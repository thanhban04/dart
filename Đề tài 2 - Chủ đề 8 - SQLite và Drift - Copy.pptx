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60"/>
  </p:notesMasterIdLst>
  <p:sldIdLst>
    <p:sldId id="404" r:id="rId6"/>
    <p:sldId id="257" r:id="rId7"/>
    <p:sldId id="402" r:id="rId8"/>
    <p:sldId id="413" r:id="rId9"/>
    <p:sldId id="406" r:id="rId10"/>
    <p:sldId id="414" r:id="rId11"/>
    <p:sldId id="407" r:id="rId12"/>
    <p:sldId id="480" r:id="rId13"/>
    <p:sldId id="483" r:id="rId14"/>
    <p:sldId id="481" r:id="rId15"/>
    <p:sldId id="497" r:id="rId16"/>
    <p:sldId id="484" r:id="rId17"/>
    <p:sldId id="482" r:id="rId18"/>
    <p:sldId id="485" r:id="rId19"/>
    <p:sldId id="486" r:id="rId20"/>
    <p:sldId id="487" r:id="rId21"/>
    <p:sldId id="488" r:id="rId22"/>
    <p:sldId id="489" r:id="rId23"/>
    <p:sldId id="491" r:id="rId24"/>
    <p:sldId id="492" r:id="rId25"/>
    <p:sldId id="490" r:id="rId26"/>
    <p:sldId id="493" r:id="rId27"/>
    <p:sldId id="494" r:id="rId28"/>
    <p:sldId id="495" r:id="rId29"/>
    <p:sldId id="415" r:id="rId30"/>
    <p:sldId id="409" r:id="rId31"/>
    <p:sldId id="498" r:id="rId32"/>
    <p:sldId id="499" r:id="rId33"/>
    <p:sldId id="500" r:id="rId34"/>
    <p:sldId id="501" r:id="rId35"/>
    <p:sldId id="502" r:id="rId36"/>
    <p:sldId id="504" r:id="rId37"/>
    <p:sldId id="503" r:id="rId38"/>
    <p:sldId id="505" r:id="rId39"/>
    <p:sldId id="510" r:id="rId40"/>
    <p:sldId id="416" r:id="rId41"/>
    <p:sldId id="507" r:id="rId42"/>
    <p:sldId id="508" r:id="rId43"/>
    <p:sldId id="518" r:id="rId44"/>
    <p:sldId id="509" r:id="rId45"/>
    <p:sldId id="519" r:id="rId46"/>
    <p:sldId id="511" r:id="rId47"/>
    <p:sldId id="513" r:id="rId48"/>
    <p:sldId id="512" r:id="rId49"/>
    <p:sldId id="417" r:id="rId50"/>
    <p:sldId id="520" r:id="rId51"/>
    <p:sldId id="521" r:id="rId52"/>
    <p:sldId id="522" r:id="rId53"/>
    <p:sldId id="525" r:id="rId54"/>
    <p:sldId id="523" r:id="rId55"/>
    <p:sldId id="524" r:id="rId56"/>
    <p:sldId id="412" r:id="rId57"/>
    <p:sldId id="479" r:id="rId58"/>
    <p:sldId id="41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6092" autoAdjust="0"/>
  </p:normalViewPr>
  <p:slideViewPr>
    <p:cSldViewPr snapToGrid="0">
      <p:cViewPr varScale="1">
        <p:scale>
          <a:sx n="46" d="100"/>
          <a:sy n="46" d="100"/>
        </p:scale>
        <p:origin x="165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3D093-51C2-4723-B64C-B6B4E17A8DCD}" type="datetimeFigureOut">
              <a:rPr lang="en-US" smtClean="0"/>
              <a:t>27/10/2025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F3EF9-408D-4D6B-BB53-BBA657EC26EA}" type="slidenum">
              <a:rPr lang="en-US" smtClean="0"/>
              <a:t>‹#›</a:t>
            </a:fld>
            <a:endParaRPr lang="en-US"/>
          </a:p>
        </p:txBody>
      </p:sp>
    </p:spTree>
    <p:extLst>
      <p:ext uri="{BB962C8B-B14F-4D97-AF65-F5344CB8AC3E}">
        <p14:creationId xmlns:p14="http://schemas.microsoft.com/office/powerpoint/2010/main" val="1849362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83A999-5E0E-42CA-8400-604AE921FF7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83A999-5E0E-42CA-8400-604AE921FF7C}" type="slidenum">
              <a:rPr lang="en-US" smtClean="0"/>
              <a:t>3</a:t>
            </a:fld>
            <a:endParaRPr lang="en-US"/>
          </a:p>
        </p:txBody>
      </p:sp>
    </p:spTree>
    <p:extLst>
      <p:ext uri="{BB962C8B-B14F-4D97-AF65-F5344CB8AC3E}">
        <p14:creationId xmlns:p14="http://schemas.microsoft.com/office/powerpoint/2010/main" val="4184859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457CB-BB3A-5332-8DDB-33E452E9A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FDA04-DF0D-4BB0-93AC-12C976C6F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BE3A7-F565-8595-D4BE-BCB48DCF33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92FF4A-C388-F378-FC20-A77EEB758784}"/>
              </a:ext>
            </a:extLst>
          </p:cNvPr>
          <p:cNvSpPr>
            <a:spLocks noGrp="1"/>
          </p:cNvSpPr>
          <p:nvPr>
            <p:ph type="sldNum" sz="quarter" idx="5"/>
          </p:nvPr>
        </p:nvSpPr>
        <p:spPr/>
        <p:txBody>
          <a:bodyPr/>
          <a:lstStyle/>
          <a:p>
            <a:fld id="{1983A999-5E0E-42CA-8400-604AE921FF7C}" type="slidenum">
              <a:rPr lang="en-US" smtClean="0"/>
              <a:t>4</a:t>
            </a:fld>
            <a:endParaRPr lang="en-US"/>
          </a:p>
        </p:txBody>
      </p:sp>
    </p:spTree>
    <p:extLst>
      <p:ext uri="{BB962C8B-B14F-4D97-AF65-F5344CB8AC3E}">
        <p14:creationId xmlns:p14="http://schemas.microsoft.com/office/powerpoint/2010/main" val="2398429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DF9A-F2E9-2A54-4D95-111034105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932B0-7140-9991-0052-42D84DFB7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A321B-99C0-61FB-DFF1-4B3AB2D5B6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7EFAFD-7A44-3699-3C35-55C61859D9CE}"/>
              </a:ext>
            </a:extLst>
          </p:cNvPr>
          <p:cNvSpPr>
            <a:spLocks noGrp="1"/>
          </p:cNvSpPr>
          <p:nvPr>
            <p:ph type="sldNum" sz="quarter" idx="5"/>
          </p:nvPr>
        </p:nvSpPr>
        <p:spPr/>
        <p:txBody>
          <a:bodyPr/>
          <a:lstStyle/>
          <a:p>
            <a:fld id="{1983A999-5E0E-42CA-8400-604AE921FF7C}" type="slidenum">
              <a:rPr lang="en-US" smtClean="0"/>
              <a:t>5</a:t>
            </a:fld>
            <a:endParaRPr lang="en-US"/>
          </a:p>
        </p:txBody>
      </p:sp>
    </p:spTree>
    <p:extLst>
      <p:ext uri="{BB962C8B-B14F-4D97-AF65-F5344CB8AC3E}">
        <p14:creationId xmlns:p14="http://schemas.microsoft.com/office/powerpoint/2010/main" val="974755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01B07-5F73-1393-A227-051865B5E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5845B-DE52-61F6-CF5E-C08073D2C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62F1A-61E8-4A8D-217E-3A3F5E85B8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77EFE3-AD89-59DB-B66B-E1159FC724F0}"/>
              </a:ext>
            </a:extLst>
          </p:cNvPr>
          <p:cNvSpPr>
            <a:spLocks noGrp="1"/>
          </p:cNvSpPr>
          <p:nvPr>
            <p:ph type="sldNum" sz="quarter" idx="5"/>
          </p:nvPr>
        </p:nvSpPr>
        <p:spPr/>
        <p:txBody>
          <a:bodyPr/>
          <a:lstStyle/>
          <a:p>
            <a:fld id="{1983A999-5E0E-42CA-8400-604AE921FF7C}" type="slidenum">
              <a:rPr lang="en-US" smtClean="0"/>
              <a:t>6</a:t>
            </a:fld>
            <a:endParaRPr lang="en-US"/>
          </a:p>
        </p:txBody>
      </p:sp>
    </p:spTree>
    <p:extLst>
      <p:ext uri="{BB962C8B-B14F-4D97-AF65-F5344CB8AC3E}">
        <p14:creationId xmlns:p14="http://schemas.microsoft.com/office/powerpoint/2010/main" val="3298549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4105-305B-1ED5-5DC3-40C22E985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13A2B-A169-D533-4E6F-244A88BC6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46233-12AD-ED74-0863-71682473CC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93009-C9DB-43FF-D465-14E7642AAAC9}"/>
              </a:ext>
            </a:extLst>
          </p:cNvPr>
          <p:cNvSpPr>
            <a:spLocks noGrp="1"/>
          </p:cNvSpPr>
          <p:nvPr>
            <p:ph type="sldNum" sz="quarter" idx="5"/>
          </p:nvPr>
        </p:nvSpPr>
        <p:spPr/>
        <p:txBody>
          <a:bodyPr/>
          <a:lstStyle/>
          <a:p>
            <a:fld id="{1983A999-5E0E-42CA-8400-604AE921FF7C}" type="slidenum">
              <a:rPr lang="en-US" smtClean="0"/>
              <a:t>7</a:t>
            </a:fld>
            <a:endParaRPr lang="en-US"/>
          </a:p>
        </p:txBody>
      </p:sp>
    </p:spTree>
    <p:extLst>
      <p:ext uri="{BB962C8B-B14F-4D97-AF65-F5344CB8AC3E}">
        <p14:creationId xmlns:p14="http://schemas.microsoft.com/office/powerpoint/2010/main" val="3326684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61B7-C8F9-D76F-1BFD-30627F7FD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86362-5CEA-6A47-EA5E-3BCE709F6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86882-143C-31ED-5CF9-742682809F45}"/>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7E725EC5-9F8E-3260-AA9B-171AFF3FB0C8}"/>
              </a:ext>
            </a:extLst>
          </p:cNvPr>
          <p:cNvSpPr>
            <a:spLocks noGrp="1"/>
          </p:cNvSpPr>
          <p:nvPr>
            <p:ph type="sldNum" sz="quarter" idx="5"/>
          </p:nvPr>
        </p:nvSpPr>
        <p:spPr/>
        <p:txBody>
          <a:bodyPr/>
          <a:lstStyle/>
          <a:p>
            <a:fld id="{1983A999-5E0E-42CA-8400-604AE921FF7C}" type="slidenum">
              <a:rPr lang="en-US" smtClean="0"/>
              <a:t>8</a:t>
            </a:fld>
            <a:endParaRPr lang="en-US"/>
          </a:p>
        </p:txBody>
      </p:sp>
    </p:spTree>
    <p:extLst>
      <p:ext uri="{BB962C8B-B14F-4D97-AF65-F5344CB8AC3E}">
        <p14:creationId xmlns:p14="http://schemas.microsoft.com/office/powerpoint/2010/main" val="663794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90065-F5FF-3489-DD32-ED632EB03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30286-2A2C-DEB6-F68C-4465BDC60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38401-3285-0735-0F79-17B3F18848A1}"/>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D2620A41-E064-0012-DF69-713B3251FC6D}"/>
              </a:ext>
            </a:extLst>
          </p:cNvPr>
          <p:cNvSpPr>
            <a:spLocks noGrp="1"/>
          </p:cNvSpPr>
          <p:nvPr>
            <p:ph type="sldNum" sz="quarter" idx="5"/>
          </p:nvPr>
        </p:nvSpPr>
        <p:spPr/>
        <p:txBody>
          <a:bodyPr/>
          <a:lstStyle/>
          <a:p>
            <a:fld id="{1983A999-5E0E-42CA-8400-604AE921FF7C}" type="slidenum">
              <a:rPr lang="en-US" smtClean="0"/>
              <a:t>9</a:t>
            </a:fld>
            <a:endParaRPr lang="en-US"/>
          </a:p>
        </p:txBody>
      </p:sp>
    </p:spTree>
    <p:extLst>
      <p:ext uri="{BB962C8B-B14F-4D97-AF65-F5344CB8AC3E}">
        <p14:creationId xmlns:p14="http://schemas.microsoft.com/office/powerpoint/2010/main" val="3022084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47BDA-21B7-3D6E-AFE7-563E33C9B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BC92D-7B9C-3441-C6BD-625379222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F3296-DD79-8DC3-9C4D-B883FD009B02}"/>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90490FF0-F669-7F8C-C2D2-E9E58B72DA3E}"/>
              </a:ext>
            </a:extLst>
          </p:cNvPr>
          <p:cNvSpPr>
            <a:spLocks noGrp="1"/>
          </p:cNvSpPr>
          <p:nvPr>
            <p:ph type="sldNum" sz="quarter" idx="5"/>
          </p:nvPr>
        </p:nvSpPr>
        <p:spPr/>
        <p:txBody>
          <a:bodyPr/>
          <a:lstStyle/>
          <a:p>
            <a:fld id="{1983A999-5E0E-42CA-8400-604AE921FF7C}" type="slidenum">
              <a:rPr lang="en-US" smtClean="0"/>
              <a:t>10</a:t>
            </a:fld>
            <a:endParaRPr lang="en-US"/>
          </a:p>
        </p:txBody>
      </p:sp>
    </p:spTree>
    <p:extLst>
      <p:ext uri="{BB962C8B-B14F-4D97-AF65-F5344CB8AC3E}">
        <p14:creationId xmlns:p14="http://schemas.microsoft.com/office/powerpoint/2010/main" val="1067026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45A0-98B1-D07B-46B6-8FAEF5295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7E1A7-E6EF-68F2-576C-FB81AA583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7D44A-0307-4EB4-5997-47617D9114C6}"/>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A1086EEE-72AD-B7BB-C8CD-57A0B6CA066C}"/>
              </a:ext>
            </a:extLst>
          </p:cNvPr>
          <p:cNvSpPr>
            <a:spLocks noGrp="1"/>
          </p:cNvSpPr>
          <p:nvPr>
            <p:ph type="sldNum" sz="quarter" idx="5"/>
          </p:nvPr>
        </p:nvSpPr>
        <p:spPr/>
        <p:txBody>
          <a:bodyPr/>
          <a:lstStyle/>
          <a:p>
            <a:fld id="{1983A999-5E0E-42CA-8400-604AE921FF7C}" type="slidenum">
              <a:rPr lang="en-US" smtClean="0"/>
              <a:t>11</a:t>
            </a:fld>
            <a:endParaRPr lang="en-US"/>
          </a:p>
        </p:txBody>
      </p:sp>
    </p:spTree>
    <p:extLst>
      <p:ext uri="{BB962C8B-B14F-4D97-AF65-F5344CB8AC3E}">
        <p14:creationId xmlns:p14="http://schemas.microsoft.com/office/powerpoint/2010/main" val="2962277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31613-021A-D603-70BA-4AA87B9D9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BA8BC-3756-20DF-F972-8335F3D13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00AA5-C726-1CD4-CC32-678DA470B1AF}"/>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B859CE50-20CB-C185-8A1C-2CB398FBC2AC}"/>
              </a:ext>
            </a:extLst>
          </p:cNvPr>
          <p:cNvSpPr>
            <a:spLocks noGrp="1"/>
          </p:cNvSpPr>
          <p:nvPr>
            <p:ph type="sldNum" sz="quarter" idx="5"/>
          </p:nvPr>
        </p:nvSpPr>
        <p:spPr/>
        <p:txBody>
          <a:bodyPr/>
          <a:lstStyle/>
          <a:p>
            <a:fld id="{1983A999-5E0E-42CA-8400-604AE921FF7C}" type="slidenum">
              <a:rPr lang="en-US" smtClean="0"/>
              <a:t>12</a:t>
            </a:fld>
            <a:endParaRPr lang="en-US"/>
          </a:p>
        </p:txBody>
      </p:sp>
    </p:spTree>
    <p:extLst>
      <p:ext uri="{BB962C8B-B14F-4D97-AF65-F5344CB8AC3E}">
        <p14:creationId xmlns:p14="http://schemas.microsoft.com/office/powerpoint/2010/main" val="1374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CDC8-A233-8566-269E-B4C9FBDA3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0146E-B1C2-8CD6-1751-4CBA250F1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416C9-461D-017E-DFF2-33D584C5A909}"/>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8DE4F5ED-F6B2-68D1-4C83-2C9B2F1BC366}"/>
              </a:ext>
            </a:extLst>
          </p:cNvPr>
          <p:cNvSpPr>
            <a:spLocks noGrp="1"/>
          </p:cNvSpPr>
          <p:nvPr>
            <p:ph type="sldNum" sz="quarter" idx="5"/>
          </p:nvPr>
        </p:nvSpPr>
        <p:spPr/>
        <p:txBody>
          <a:bodyPr/>
          <a:lstStyle/>
          <a:p>
            <a:fld id="{1983A999-5E0E-42CA-8400-604AE921FF7C}" type="slidenum">
              <a:rPr lang="en-US" smtClean="0"/>
              <a:t>13</a:t>
            </a:fld>
            <a:endParaRPr lang="en-US"/>
          </a:p>
        </p:txBody>
      </p:sp>
    </p:spTree>
    <p:extLst>
      <p:ext uri="{BB962C8B-B14F-4D97-AF65-F5344CB8AC3E}">
        <p14:creationId xmlns:p14="http://schemas.microsoft.com/office/powerpoint/2010/main" val="2553036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C983-89AE-3835-74F2-671881A04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A2F53-D1CA-1E4A-B790-2E2E9CD96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9E259-101D-C99F-B75D-3300414E369C}"/>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B44323A3-FE84-78DB-A6B5-971A5EDB5948}"/>
              </a:ext>
            </a:extLst>
          </p:cNvPr>
          <p:cNvSpPr>
            <a:spLocks noGrp="1"/>
          </p:cNvSpPr>
          <p:nvPr>
            <p:ph type="sldNum" sz="quarter" idx="5"/>
          </p:nvPr>
        </p:nvSpPr>
        <p:spPr/>
        <p:txBody>
          <a:bodyPr/>
          <a:lstStyle/>
          <a:p>
            <a:fld id="{1983A999-5E0E-42CA-8400-604AE921FF7C}" type="slidenum">
              <a:rPr lang="en-US" smtClean="0"/>
              <a:t>14</a:t>
            </a:fld>
            <a:endParaRPr lang="en-US"/>
          </a:p>
        </p:txBody>
      </p:sp>
    </p:spTree>
    <p:extLst>
      <p:ext uri="{BB962C8B-B14F-4D97-AF65-F5344CB8AC3E}">
        <p14:creationId xmlns:p14="http://schemas.microsoft.com/office/powerpoint/2010/main" val="2880966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EE1B-7C1F-482D-D03D-EF980C3D7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0C090-C053-108D-92CC-1B52D25EA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A8490-9BF4-12E9-9CF4-F3742DAA1475}"/>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D9A4DE1E-EECC-1881-1B4F-7CB3C72AE51F}"/>
              </a:ext>
            </a:extLst>
          </p:cNvPr>
          <p:cNvSpPr>
            <a:spLocks noGrp="1"/>
          </p:cNvSpPr>
          <p:nvPr>
            <p:ph type="sldNum" sz="quarter" idx="5"/>
          </p:nvPr>
        </p:nvSpPr>
        <p:spPr/>
        <p:txBody>
          <a:bodyPr/>
          <a:lstStyle/>
          <a:p>
            <a:fld id="{1983A999-5E0E-42CA-8400-604AE921FF7C}" type="slidenum">
              <a:rPr lang="en-US" smtClean="0"/>
              <a:t>15</a:t>
            </a:fld>
            <a:endParaRPr lang="en-US"/>
          </a:p>
        </p:txBody>
      </p:sp>
    </p:spTree>
    <p:extLst>
      <p:ext uri="{BB962C8B-B14F-4D97-AF65-F5344CB8AC3E}">
        <p14:creationId xmlns:p14="http://schemas.microsoft.com/office/powerpoint/2010/main" val="1442299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C55C-5969-59AF-6CEC-673486625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7F8A3-FCB6-C4DE-73EB-B56602009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A6D10-39B7-D459-8C11-0A2F80C0C4DA}"/>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861E6A84-1406-CAA1-77F8-1F2BB89803A0}"/>
              </a:ext>
            </a:extLst>
          </p:cNvPr>
          <p:cNvSpPr>
            <a:spLocks noGrp="1"/>
          </p:cNvSpPr>
          <p:nvPr>
            <p:ph type="sldNum" sz="quarter" idx="5"/>
          </p:nvPr>
        </p:nvSpPr>
        <p:spPr/>
        <p:txBody>
          <a:bodyPr/>
          <a:lstStyle/>
          <a:p>
            <a:fld id="{1983A999-5E0E-42CA-8400-604AE921FF7C}" type="slidenum">
              <a:rPr lang="en-US" smtClean="0"/>
              <a:t>16</a:t>
            </a:fld>
            <a:endParaRPr lang="en-US"/>
          </a:p>
        </p:txBody>
      </p:sp>
    </p:spTree>
    <p:extLst>
      <p:ext uri="{BB962C8B-B14F-4D97-AF65-F5344CB8AC3E}">
        <p14:creationId xmlns:p14="http://schemas.microsoft.com/office/powerpoint/2010/main" val="129892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BB27-9856-B96D-533F-4BFDA868B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B4E7B-1A25-ECEA-1FAE-EF55A3EF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83B9D-A8A1-54F6-191C-6F35AD78334D}"/>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CD70958E-AB4F-A443-86A6-CB04B7A9C539}"/>
              </a:ext>
            </a:extLst>
          </p:cNvPr>
          <p:cNvSpPr>
            <a:spLocks noGrp="1"/>
          </p:cNvSpPr>
          <p:nvPr>
            <p:ph type="sldNum" sz="quarter" idx="5"/>
          </p:nvPr>
        </p:nvSpPr>
        <p:spPr/>
        <p:txBody>
          <a:bodyPr/>
          <a:lstStyle/>
          <a:p>
            <a:fld id="{1983A999-5E0E-42CA-8400-604AE921FF7C}" type="slidenum">
              <a:rPr lang="en-US" smtClean="0"/>
              <a:t>17</a:t>
            </a:fld>
            <a:endParaRPr lang="en-US"/>
          </a:p>
        </p:txBody>
      </p:sp>
    </p:spTree>
    <p:extLst>
      <p:ext uri="{BB962C8B-B14F-4D97-AF65-F5344CB8AC3E}">
        <p14:creationId xmlns:p14="http://schemas.microsoft.com/office/powerpoint/2010/main" val="39254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F72-397E-FF96-3BE6-F29A1DA06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6C37C-E879-F751-B7A3-703C09F02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3F742-348C-AABA-F049-E49945E81D5C}"/>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0C7B2C26-8DF1-01FD-343A-FE103A29C379}"/>
              </a:ext>
            </a:extLst>
          </p:cNvPr>
          <p:cNvSpPr>
            <a:spLocks noGrp="1"/>
          </p:cNvSpPr>
          <p:nvPr>
            <p:ph type="sldNum" sz="quarter" idx="5"/>
          </p:nvPr>
        </p:nvSpPr>
        <p:spPr/>
        <p:txBody>
          <a:bodyPr/>
          <a:lstStyle/>
          <a:p>
            <a:fld id="{1983A999-5E0E-42CA-8400-604AE921FF7C}" type="slidenum">
              <a:rPr lang="en-US" smtClean="0"/>
              <a:t>18</a:t>
            </a:fld>
            <a:endParaRPr lang="en-US"/>
          </a:p>
        </p:txBody>
      </p:sp>
    </p:spTree>
    <p:extLst>
      <p:ext uri="{BB962C8B-B14F-4D97-AF65-F5344CB8AC3E}">
        <p14:creationId xmlns:p14="http://schemas.microsoft.com/office/powerpoint/2010/main" val="3834933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8A12-08AD-2920-CDBD-74DBF26B8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7A6C8-0C3C-0E20-0B83-3D062445E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CC466-E71F-C886-635C-C2E2276AA9E3}"/>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C58CED0C-C892-7EC3-EC4F-512DC39B1C33}"/>
              </a:ext>
            </a:extLst>
          </p:cNvPr>
          <p:cNvSpPr>
            <a:spLocks noGrp="1"/>
          </p:cNvSpPr>
          <p:nvPr>
            <p:ph type="sldNum" sz="quarter" idx="5"/>
          </p:nvPr>
        </p:nvSpPr>
        <p:spPr/>
        <p:txBody>
          <a:bodyPr/>
          <a:lstStyle/>
          <a:p>
            <a:fld id="{1983A999-5E0E-42CA-8400-604AE921FF7C}" type="slidenum">
              <a:rPr lang="en-US" smtClean="0"/>
              <a:t>19</a:t>
            </a:fld>
            <a:endParaRPr lang="en-US"/>
          </a:p>
        </p:txBody>
      </p:sp>
    </p:spTree>
    <p:extLst>
      <p:ext uri="{BB962C8B-B14F-4D97-AF65-F5344CB8AC3E}">
        <p14:creationId xmlns:p14="http://schemas.microsoft.com/office/powerpoint/2010/main" val="2443402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83910-F741-AD27-9BF2-718C3AD44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4B5B-FB81-B81B-A48A-AA51F7136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99B9C-E47A-0959-0B3E-B8D41CA62E02}"/>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17B9950E-0A75-A38F-B6BE-8A4F618325DC}"/>
              </a:ext>
            </a:extLst>
          </p:cNvPr>
          <p:cNvSpPr>
            <a:spLocks noGrp="1"/>
          </p:cNvSpPr>
          <p:nvPr>
            <p:ph type="sldNum" sz="quarter" idx="5"/>
          </p:nvPr>
        </p:nvSpPr>
        <p:spPr/>
        <p:txBody>
          <a:bodyPr/>
          <a:lstStyle/>
          <a:p>
            <a:fld id="{1983A999-5E0E-42CA-8400-604AE921FF7C}" type="slidenum">
              <a:rPr lang="en-US" smtClean="0"/>
              <a:t>20</a:t>
            </a:fld>
            <a:endParaRPr lang="en-US"/>
          </a:p>
        </p:txBody>
      </p:sp>
    </p:spTree>
    <p:extLst>
      <p:ext uri="{BB962C8B-B14F-4D97-AF65-F5344CB8AC3E}">
        <p14:creationId xmlns:p14="http://schemas.microsoft.com/office/powerpoint/2010/main" val="145925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B743-7CA3-2409-4DB8-480E0A813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A2DCC-FE88-064D-C4E9-3A4F5C0E9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74451-E94B-6C5B-E35F-F184F18A90E6}"/>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44211764-5CB8-520B-43C1-B55BF89B6303}"/>
              </a:ext>
            </a:extLst>
          </p:cNvPr>
          <p:cNvSpPr>
            <a:spLocks noGrp="1"/>
          </p:cNvSpPr>
          <p:nvPr>
            <p:ph type="sldNum" sz="quarter" idx="5"/>
          </p:nvPr>
        </p:nvSpPr>
        <p:spPr/>
        <p:txBody>
          <a:bodyPr/>
          <a:lstStyle/>
          <a:p>
            <a:fld id="{1983A999-5E0E-42CA-8400-604AE921FF7C}" type="slidenum">
              <a:rPr lang="en-US" smtClean="0"/>
              <a:t>21</a:t>
            </a:fld>
            <a:endParaRPr lang="en-US"/>
          </a:p>
        </p:txBody>
      </p:sp>
    </p:spTree>
    <p:extLst>
      <p:ext uri="{BB962C8B-B14F-4D97-AF65-F5344CB8AC3E}">
        <p14:creationId xmlns:p14="http://schemas.microsoft.com/office/powerpoint/2010/main" val="1524784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E896-CCCD-D8F1-A14A-565E0C779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C668D-5A14-AD6D-5456-2C21F2E78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08B2D-4F28-44DF-6CE4-86671E4E4DA7}"/>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B116F99B-FC3F-475F-9CE1-EC37F0864D99}"/>
              </a:ext>
            </a:extLst>
          </p:cNvPr>
          <p:cNvSpPr>
            <a:spLocks noGrp="1"/>
          </p:cNvSpPr>
          <p:nvPr>
            <p:ph type="sldNum" sz="quarter" idx="5"/>
          </p:nvPr>
        </p:nvSpPr>
        <p:spPr/>
        <p:txBody>
          <a:bodyPr/>
          <a:lstStyle/>
          <a:p>
            <a:fld id="{1983A999-5E0E-42CA-8400-604AE921FF7C}" type="slidenum">
              <a:rPr lang="en-US" smtClean="0"/>
              <a:t>22</a:t>
            </a:fld>
            <a:endParaRPr lang="en-US"/>
          </a:p>
        </p:txBody>
      </p:sp>
    </p:spTree>
    <p:extLst>
      <p:ext uri="{BB962C8B-B14F-4D97-AF65-F5344CB8AC3E}">
        <p14:creationId xmlns:p14="http://schemas.microsoft.com/office/powerpoint/2010/main" val="996147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D099B-B020-4C28-4D5C-C0373875D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64C80-8D03-500B-0703-ADBD0C99B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C86FB-217F-D2EB-E800-C238D7EECAD9}"/>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D4858C56-BD1B-74DF-6E32-8818C0F75C79}"/>
              </a:ext>
            </a:extLst>
          </p:cNvPr>
          <p:cNvSpPr>
            <a:spLocks noGrp="1"/>
          </p:cNvSpPr>
          <p:nvPr>
            <p:ph type="sldNum" sz="quarter" idx="5"/>
          </p:nvPr>
        </p:nvSpPr>
        <p:spPr/>
        <p:txBody>
          <a:bodyPr/>
          <a:lstStyle/>
          <a:p>
            <a:fld id="{1983A999-5E0E-42CA-8400-604AE921FF7C}" type="slidenum">
              <a:rPr lang="en-US" smtClean="0"/>
              <a:t>23</a:t>
            </a:fld>
            <a:endParaRPr lang="en-US"/>
          </a:p>
        </p:txBody>
      </p:sp>
    </p:spTree>
    <p:extLst>
      <p:ext uri="{BB962C8B-B14F-4D97-AF65-F5344CB8AC3E}">
        <p14:creationId xmlns:p14="http://schemas.microsoft.com/office/powerpoint/2010/main" val="3936345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C225-7E10-9A99-A344-C9AB3E215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72244-7557-96D4-69A2-1136439F2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5C1B1-B647-FB12-DAF4-FFF886B42C2B}"/>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4ABB475A-A32E-2159-8500-6F24F1E77A07}"/>
              </a:ext>
            </a:extLst>
          </p:cNvPr>
          <p:cNvSpPr>
            <a:spLocks noGrp="1"/>
          </p:cNvSpPr>
          <p:nvPr>
            <p:ph type="sldNum" sz="quarter" idx="5"/>
          </p:nvPr>
        </p:nvSpPr>
        <p:spPr/>
        <p:txBody>
          <a:bodyPr/>
          <a:lstStyle/>
          <a:p>
            <a:fld id="{1983A999-5E0E-42CA-8400-604AE921FF7C}" type="slidenum">
              <a:rPr lang="en-US" smtClean="0"/>
              <a:t>24</a:t>
            </a:fld>
            <a:endParaRPr lang="en-US"/>
          </a:p>
        </p:txBody>
      </p:sp>
    </p:spTree>
    <p:extLst>
      <p:ext uri="{BB962C8B-B14F-4D97-AF65-F5344CB8AC3E}">
        <p14:creationId xmlns:p14="http://schemas.microsoft.com/office/powerpoint/2010/main" val="268295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E9AF-3663-6CCB-D5DB-173938FC3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67C8C-BC85-8B1C-34EE-0865EE746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7A568-ECFA-23A9-15B1-84094363D3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D50EC3-5058-5A1A-1941-830C647AF9AD}"/>
              </a:ext>
            </a:extLst>
          </p:cNvPr>
          <p:cNvSpPr>
            <a:spLocks noGrp="1"/>
          </p:cNvSpPr>
          <p:nvPr>
            <p:ph type="sldNum" sz="quarter" idx="5"/>
          </p:nvPr>
        </p:nvSpPr>
        <p:spPr/>
        <p:txBody>
          <a:bodyPr/>
          <a:lstStyle/>
          <a:p>
            <a:fld id="{1983A999-5E0E-42CA-8400-604AE921FF7C}" type="slidenum">
              <a:rPr lang="en-US" smtClean="0"/>
              <a:t>25</a:t>
            </a:fld>
            <a:endParaRPr lang="en-US"/>
          </a:p>
        </p:txBody>
      </p:sp>
    </p:spTree>
    <p:extLst>
      <p:ext uri="{BB962C8B-B14F-4D97-AF65-F5344CB8AC3E}">
        <p14:creationId xmlns:p14="http://schemas.microsoft.com/office/powerpoint/2010/main" val="30612673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77B5-DD01-BD62-4A45-A4707D063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3FD46-2DA8-D5BA-1B71-30F88BA52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E7621-1290-0C88-DFF6-A879A0E168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ACBB44-0D36-163E-4059-A600FECE5B96}"/>
              </a:ext>
            </a:extLst>
          </p:cNvPr>
          <p:cNvSpPr>
            <a:spLocks noGrp="1"/>
          </p:cNvSpPr>
          <p:nvPr>
            <p:ph type="sldNum" sz="quarter" idx="5"/>
          </p:nvPr>
        </p:nvSpPr>
        <p:spPr/>
        <p:txBody>
          <a:bodyPr/>
          <a:lstStyle/>
          <a:p>
            <a:fld id="{1983A999-5E0E-42CA-8400-604AE921FF7C}" type="slidenum">
              <a:rPr lang="en-US" smtClean="0"/>
              <a:t>26</a:t>
            </a:fld>
            <a:endParaRPr lang="en-US"/>
          </a:p>
        </p:txBody>
      </p:sp>
    </p:spTree>
    <p:extLst>
      <p:ext uri="{BB962C8B-B14F-4D97-AF65-F5344CB8AC3E}">
        <p14:creationId xmlns:p14="http://schemas.microsoft.com/office/powerpoint/2010/main" val="35231408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042FC-4B24-4277-E1A0-B104E9B05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68DA-1663-46D8-1C1B-0A590BCF0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DA72E-CE62-9E12-81BC-230B939D1D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3D07D1-3DFB-A4B4-2A0A-A05521E95BA1}"/>
              </a:ext>
            </a:extLst>
          </p:cNvPr>
          <p:cNvSpPr>
            <a:spLocks noGrp="1"/>
          </p:cNvSpPr>
          <p:nvPr>
            <p:ph type="sldNum" sz="quarter" idx="5"/>
          </p:nvPr>
        </p:nvSpPr>
        <p:spPr/>
        <p:txBody>
          <a:bodyPr/>
          <a:lstStyle/>
          <a:p>
            <a:fld id="{1983A999-5E0E-42CA-8400-604AE921FF7C}" type="slidenum">
              <a:rPr lang="en-US" smtClean="0"/>
              <a:t>27</a:t>
            </a:fld>
            <a:endParaRPr lang="en-US"/>
          </a:p>
        </p:txBody>
      </p:sp>
    </p:spTree>
    <p:extLst>
      <p:ext uri="{BB962C8B-B14F-4D97-AF65-F5344CB8AC3E}">
        <p14:creationId xmlns:p14="http://schemas.microsoft.com/office/powerpoint/2010/main" val="3312741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1CF0-A617-0D75-CABA-574ED42A2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A8883-333C-D431-62FA-5AE1FEE27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3E23D-11DB-42FA-53CD-50E50797D5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60A68E-CE69-80CE-9DE3-6728C4D901A4}"/>
              </a:ext>
            </a:extLst>
          </p:cNvPr>
          <p:cNvSpPr>
            <a:spLocks noGrp="1"/>
          </p:cNvSpPr>
          <p:nvPr>
            <p:ph type="sldNum" sz="quarter" idx="5"/>
          </p:nvPr>
        </p:nvSpPr>
        <p:spPr/>
        <p:txBody>
          <a:bodyPr/>
          <a:lstStyle/>
          <a:p>
            <a:fld id="{1983A999-5E0E-42CA-8400-604AE921FF7C}" type="slidenum">
              <a:rPr lang="en-US" smtClean="0"/>
              <a:t>28</a:t>
            </a:fld>
            <a:endParaRPr lang="en-US"/>
          </a:p>
        </p:txBody>
      </p:sp>
    </p:spTree>
    <p:extLst>
      <p:ext uri="{BB962C8B-B14F-4D97-AF65-F5344CB8AC3E}">
        <p14:creationId xmlns:p14="http://schemas.microsoft.com/office/powerpoint/2010/main" val="2748327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78805-5F09-8DDC-F45F-A770E090B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57170-A0F6-5944-EC4E-E4CCDEB37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44591-069D-5DB2-B32D-6910AB260C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7F29A0-DAD5-0E36-B40A-0C17BDBDC8A7}"/>
              </a:ext>
            </a:extLst>
          </p:cNvPr>
          <p:cNvSpPr>
            <a:spLocks noGrp="1"/>
          </p:cNvSpPr>
          <p:nvPr>
            <p:ph type="sldNum" sz="quarter" idx="5"/>
          </p:nvPr>
        </p:nvSpPr>
        <p:spPr/>
        <p:txBody>
          <a:bodyPr/>
          <a:lstStyle/>
          <a:p>
            <a:fld id="{1983A999-5E0E-42CA-8400-604AE921FF7C}" type="slidenum">
              <a:rPr lang="en-US" smtClean="0"/>
              <a:t>29</a:t>
            </a:fld>
            <a:endParaRPr lang="en-US"/>
          </a:p>
        </p:txBody>
      </p:sp>
    </p:spTree>
    <p:extLst>
      <p:ext uri="{BB962C8B-B14F-4D97-AF65-F5344CB8AC3E}">
        <p14:creationId xmlns:p14="http://schemas.microsoft.com/office/powerpoint/2010/main" val="3088349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EE05-6B97-F24E-81F3-49F15C580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DA3FB-7212-514A-D07D-FA8FEBC0D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A9AE5-BCA2-6EB4-6815-3ED759C92F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14D822-1B26-CDFD-E97D-11EFC6548438}"/>
              </a:ext>
            </a:extLst>
          </p:cNvPr>
          <p:cNvSpPr>
            <a:spLocks noGrp="1"/>
          </p:cNvSpPr>
          <p:nvPr>
            <p:ph type="sldNum" sz="quarter" idx="5"/>
          </p:nvPr>
        </p:nvSpPr>
        <p:spPr/>
        <p:txBody>
          <a:bodyPr/>
          <a:lstStyle/>
          <a:p>
            <a:fld id="{1983A999-5E0E-42CA-8400-604AE921FF7C}" type="slidenum">
              <a:rPr lang="en-US" smtClean="0"/>
              <a:t>30</a:t>
            </a:fld>
            <a:endParaRPr lang="en-US"/>
          </a:p>
        </p:txBody>
      </p:sp>
    </p:spTree>
    <p:extLst>
      <p:ext uri="{BB962C8B-B14F-4D97-AF65-F5344CB8AC3E}">
        <p14:creationId xmlns:p14="http://schemas.microsoft.com/office/powerpoint/2010/main" val="1224871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69121-3CD7-DC88-003B-0A75DB500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D6914-9D2F-E999-EF15-579A04BF8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5B001-8D2B-CD1A-AA3F-64270B69B0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1970B8-347C-A6B8-81ED-B5F5C38D3981}"/>
              </a:ext>
            </a:extLst>
          </p:cNvPr>
          <p:cNvSpPr>
            <a:spLocks noGrp="1"/>
          </p:cNvSpPr>
          <p:nvPr>
            <p:ph type="sldNum" sz="quarter" idx="5"/>
          </p:nvPr>
        </p:nvSpPr>
        <p:spPr/>
        <p:txBody>
          <a:bodyPr/>
          <a:lstStyle/>
          <a:p>
            <a:fld id="{1983A999-5E0E-42CA-8400-604AE921FF7C}" type="slidenum">
              <a:rPr lang="en-US" smtClean="0"/>
              <a:t>31</a:t>
            </a:fld>
            <a:endParaRPr lang="en-US"/>
          </a:p>
        </p:txBody>
      </p:sp>
    </p:spTree>
    <p:extLst>
      <p:ext uri="{BB962C8B-B14F-4D97-AF65-F5344CB8AC3E}">
        <p14:creationId xmlns:p14="http://schemas.microsoft.com/office/powerpoint/2010/main" val="917554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B835-50FB-A285-CCE0-3FE89D2BB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03517-7587-0BED-586D-2F9C72D47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CE11D-A21C-3D81-9A53-C620D144F61C}"/>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D5EE57FF-2F36-15BD-CDB0-5211CD540E42}"/>
              </a:ext>
            </a:extLst>
          </p:cNvPr>
          <p:cNvSpPr>
            <a:spLocks noGrp="1"/>
          </p:cNvSpPr>
          <p:nvPr>
            <p:ph type="sldNum" sz="quarter" idx="5"/>
          </p:nvPr>
        </p:nvSpPr>
        <p:spPr/>
        <p:txBody>
          <a:bodyPr/>
          <a:lstStyle/>
          <a:p>
            <a:fld id="{1983A999-5E0E-42CA-8400-604AE921FF7C}" type="slidenum">
              <a:rPr lang="en-US" smtClean="0"/>
              <a:t>32</a:t>
            </a:fld>
            <a:endParaRPr lang="en-US"/>
          </a:p>
        </p:txBody>
      </p:sp>
    </p:spTree>
    <p:extLst>
      <p:ext uri="{BB962C8B-B14F-4D97-AF65-F5344CB8AC3E}">
        <p14:creationId xmlns:p14="http://schemas.microsoft.com/office/powerpoint/2010/main" val="1058148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51DE-52BC-8505-CA26-A7ECCCDA8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08636-D6AA-2565-F858-935FBAEBB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9DD1A-23EE-5108-206A-53F6EB9B2DEB}"/>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73451DBC-0903-BB10-290E-205FEF0D12FB}"/>
              </a:ext>
            </a:extLst>
          </p:cNvPr>
          <p:cNvSpPr>
            <a:spLocks noGrp="1"/>
          </p:cNvSpPr>
          <p:nvPr>
            <p:ph type="sldNum" sz="quarter" idx="5"/>
          </p:nvPr>
        </p:nvSpPr>
        <p:spPr/>
        <p:txBody>
          <a:bodyPr/>
          <a:lstStyle/>
          <a:p>
            <a:fld id="{1983A999-5E0E-42CA-8400-604AE921FF7C}" type="slidenum">
              <a:rPr lang="en-US" smtClean="0"/>
              <a:t>33</a:t>
            </a:fld>
            <a:endParaRPr lang="en-US"/>
          </a:p>
        </p:txBody>
      </p:sp>
    </p:spTree>
    <p:extLst>
      <p:ext uri="{BB962C8B-B14F-4D97-AF65-F5344CB8AC3E}">
        <p14:creationId xmlns:p14="http://schemas.microsoft.com/office/powerpoint/2010/main" val="16542627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B8D6-5464-19E3-2458-520924B10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8C0A2-3980-12EC-032C-94B2AA069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EADFC-1160-8ED7-16F7-DB7F7254EF94}"/>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E886CA03-8536-3EF5-6DFD-0DEC65AA4FB0}"/>
              </a:ext>
            </a:extLst>
          </p:cNvPr>
          <p:cNvSpPr>
            <a:spLocks noGrp="1"/>
          </p:cNvSpPr>
          <p:nvPr>
            <p:ph type="sldNum" sz="quarter" idx="5"/>
          </p:nvPr>
        </p:nvSpPr>
        <p:spPr/>
        <p:txBody>
          <a:bodyPr/>
          <a:lstStyle/>
          <a:p>
            <a:fld id="{1983A999-5E0E-42CA-8400-604AE921FF7C}" type="slidenum">
              <a:rPr lang="en-US" smtClean="0"/>
              <a:t>34</a:t>
            </a:fld>
            <a:endParaRPr lang="en-US"/>
          </a:p>
        </p:txBody>
      </p:sp>
    </p:spTree>
    <p:extLst>
      <p:ext uri="{BB962C8B-B14F-4D97-AF65-F5344CB8AC3E}">
        <p14:creationId xmlns:p14="http://schemas.microsoft.com/office/powerpoint/2010/main" val="2298300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E372-B87E-FF12-0E89-34E0E9F93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04DF2-1684-2F39-B105-67B4A121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34967-A7C0-3A2B-FF00-A3F639F4C6D3}"/>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4B9F9D45-12F5-2044-CDE7-65DEA41D426C}"/>
              </a:ext>
            </a:extLst>
          </p:cNvPr>
          <p:cNvSpPr>
            <a:spLocks noGrp="1"/>
          </p:cNvSpPr>
          <p:nvPr>
            <p:ph type="sldNum" sz="quarter" idx="5"/>
          </p:nvPr>
        </p:nvSpPr>
        <p:spPr/>
        <p:txBody>
          <a:bodyPr/>
          <a:lstStyle/>
          <a:p>
            <a:fld id="{1983A999-5E0E-42CA-8400-604AE921FF7C}" type="slidenum">
              <a:rPr lang="en-US" smtClean="0"/>
              <a:t>35</a:t>
            </a:fld>
            <a:endParaRPr lang="en-US"/>
          </a:p>
        </p:txBody>
      </p:sp>
    </p:spTree>
    <p:extLst>
      <p:ext uri="{BB962C8B-B14F-4D97-AF65-F5344CB8AC3E}">
        <p14:creationId xmlns:p14="http://schemas.microsoft.com/office/powerpoint/2010/main" val="3576140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8DA1-EE2E-3B9B-ACDC-A62B8A357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022C7-942D-3C13-DE9C-E2E017891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1D0E0-C29C-80D1-CEAA-77A1E80A95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A7EF6D-3D45-87BA-6AA2-EE06A9BD08C0}"/>
              </a:ext>
            </a:extLst>
          </p:cNvPr>
          <p:cNvSpPr>
            <a:spLocks noGrp="1"/>
          </p:cNvSpPr>
          <p:nvPr>
            <p:ph type="sldNum" sz="quarter" idx="5"/>
          </p:nvPr>
        </p:nvSpPr>
        <p:spPr/>
        <p:txBody>
          <a:bodyPr/>
          <a:lstStyle/>
          <a:p>
            <a:fld id="{1983A999-5E0E-42CA-8400-604AE921FF7C}" type="slidenum">
              <a:rPr lang="en-US" smtClean="0"/>
              <a:t>36</a:t>
            </a:fld>
            <a:endParaRPr lang="en-US"/>
          </a:p>
        </p:txBody>
      </p:sp>
    </p:spTree>
    <p:extLst>
      <p:ext uri="{BB962C8B-B14F-4D97-AF65-F5344CB8AC3E}">
        <p14:creationId xmlns:p14="http://schemas.microsoft.com/office/powerpoint/2010/main" val="20482586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59FE-1BC8-55B4-09AA-784382487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AA447-CF13-FC8F-6749-A88A0CE8C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66CAB-931F-B2EF-E44D-2018F29C44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920C29-C711-19D2-E260-66EEFA2D8AD0}"/>
              </a:ext>
            </a:extLst>
          </p:cNvPr>
          <p:cNvSpPr>
            <a:spLocks noGrp="1"/>
          </p:cNvSpPr>
          <p:nvPr>
            <p:ph type="sldNum" sz="quarter" idx="5"/>
          </p:nvPr>
        </p:nvSpPr>
        <p:spPr/>
        <p:txBody>
          <a:bodyPr/>
          <a:lstStyle/>
          <a:p>
            <a:fld id="{1983A999-5E0E-42CA-8400-604AE921FF7C}" type="slidenum">
              <a:rPr lang="en-US" smtClean="0"/>
              <a:t>37</a:t>
            </a:fld>
            <a:endParaRPr lang="en-US"/>
          </a:p>
        </p:txBody>
      </p:sp>
    </p:spTree>
    <p:extLst>
      <p:ext uri="{BB962C8B-B14F-4D97-AF65-F5344CB8AC3E}">
        <p14:creationId xmlns:p14="http://schemas.microsoft.com/office/powerpoint/2010/main" val="2538614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60EF-FBBE-0690-9691-1BFF98CCB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DC661-09AC-0C0B-B003-C721D71AB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E2AA9-2773-EEEA-8885-4E9B5D519A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C35129-34B8-6B66-4565-FCCC85C9D327}"/>
              </a:ext>
            </a:extLst>
          </p:cNvPr>
          <p:cNvSpPr>
            <a:spLocks noGrp="1"/>
          </p:cNvSpPr>
          <p:nvPr>
            <p:ph type="sldNum" sz="quarter" idx="5"/>
          </p:nvPr>
        </p:nvSpPr>
        <p:spPr/>
        <p:txBody>
          <a:bodyPr/>
          <a:lstStyle/>
          <a:p>
            <a:fld id="{1983A999-5E0E-42CA-8400-604AE921FF7C}" type="slidenum">
              <a:rPr lang="en-US" smtClean="0"/>
              <a:t>38</a:t>
            </a:fld>
            <a:endParaRPr lang="en-US"/>
          </a:p>
        </p:txBody>
      </p:sp>
    </p:spTree>
    <p:extLst>
      <p:ext uri="{BB962C8B-B14F-4D97-AF65-F5344CB8AC3E}">
        <p14:creationId xmlns:p14="http://schemas.microsoft.com/office/powerpoint/2010/main" val="27041219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B889-81AE-8CB2-AA98-63EE40303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2C174-506B-174E-F605-CFD83C66F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CE091-45D3-E5C1-7756-441D9EC6B1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4966B0-44B9-BA4C-955E-27E7ADDAA706}"/>
              </a:ext>
            </a:extLst>
          </p:cNvPr>
          <p:cNvSpPr>
            <a:spLocks noGrp="1"/>
          </p:cNvSpPr>
          <p:nvPr>
            <p:ph type="sldNum" sz="quarter" idx="5"/>
          </p:nvPr>
        </p:nvSpPr>
        <p:spPr/>
        <p:txBody>
          <a:bodyPr/>
          <a:lstStyle/>
          <a:p>
            <a:fld id="{1983A999-5E0E-42CA-8400-604AE921FF7C}" type="slidenum">
              <a:rPr lang="en-US" smtClean="0"/>
              <a:t>39</a:t>
            </a:fld>
            <a:endParaRPr lang="en-US"/>
          </a:p>
        </p:txBody>
      </p:sp>
    </p:spTree>
    <p:extLst>
      <p:ext uri="{BB962C8B-B14F-4D97-AF65-F5344CB8AC3E}">
        <p14:creationId xmlns:p14="http://schemas.microsoft.com/office/powerpoint/2010/main" val="33562190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AECDF-A811-8CAB-8BDA-98F7D860A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FEFB0-D1E3-6354-FAE5-0E4710771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5687A-FA22-5C42-D591-B603899F32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16788C-322A-B5D1-B77E-C316DD61614C}"/>
              </a:ext>
            </a:extLst>
          </p:cNvPr>
          <p:cNvSpPr>
            <a:spLocks noGrp="1"/>
          </p:cNvSpPr>
          <p:nvPr>
            <p:ph type="sldNum" sz="quarter" idx="5"/>
          </p:nvPr>
        </p:nvSpPr>
        <p:spPr/>
        <p:txBody>
          <a:bodyPr/>
          <a:lstStyle/>
          <a:p>
            <a:fld id="{1983A999-5E0E-42CA-8400-604AE921FF7C}" type="slidenum">
              <a:rPr lang="en-US" smtClean="0"/>
              <a:t>40</a:t>
            </a:fld>
            <a:endParaRPr lang="en-US"/>
          </a:p>
        </p:txBody>
      </p:sp>
    </p:spTree>
    <p:extLst>
      <p:ext uri="{BB962C8B-B14F-4D97-AF65-F5344CB8AC3E}">
        <p14:creationId xmlns:p14="http://schemas.microsoft.com/office/powerpoint/2010/main" val="11994980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EDBA-1B3A-F99D-F018-0D789D192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36011-448C-22B1-BFFE-933CC68F0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D9689-BB27-D41A-0893-B5BCFD7108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B8BCC6-F8C1-FA7D-1A9D-B101FFCF069D}"/>
              </a:ext>
            </a:extLst>
          </p:cNvPr>
          <p:cNvSpPr>
            <a:spLocks noGrp="1"/>
          </p:cNvSpPr>
          <p:nvPr>
            <p:ph type="sldNum" sz="quarter" idx="5"/>
          </p:nvPr>
        </p:nvSpPr>
        <p:spPr/>
        <p:txBody>
          <a:bodyPr/>
          <a:lstStyle/>
          <a:p>
            <a:fld id="{1983A999-5E0E-42CA-8400-604AE921FF7C}" type="slidenum">
              <a:rPr lang="en-US" smtClean="0"/>
              <a:t>41</a:t>
            </a:fld>
            <a:endParaRPr lang="en-US"/>
          </a:p>
        </p:txBody>
      </p:sp>
    </p:spTree>
    <p:extLst>
      <p:ext uri="{BB962C8B-B14F-4D97-AF65-F5344CB8AC3E}">
        <p14:creationId xmlns:p14="http://schemas.microsoft.com/office/powerpoint/2010/main" val="12435051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EC34-BD5E-117B-DB55-0E641E87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C109E-5E41-A258-80D7-C72743B3B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092A1-5C09-4EE3-B595-47DFB4442A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B5B418-A583-371E-86A4-D7A9135A5131}"/>
              </a:ext>
            </a:extLst>
          </p:cNvPr>
          <p:cNvSpPr>
            <a:spLocks noGrp="1"/>
          </p:cNvSpPr>
          <p:nvPr>
            <p:ph type="sldNum" sz="quarter" idx="5"/>
          </p:nvPr>
        </p:nvSpPr>
        <p:spPr/>
        <p:txBody>
          <a:bodyPr/>
          <a:lstStyle/>
          <a:p>
            <a:fld id="{1983A999-5E0E-42CA-8400-604AE921FF7C}" type="slidenum">
              <a:rPr lang="en-US" smtClean="0"/>
              <a:t>42</a:t>
            </a:fld>
            <a:endParaRPr lang="en-US"/>
          </a:p>
        </p:txBody>
      </p:sp>
    </p:spTree>
    <p:extLst>
      <p:ext uri="{BB962C8B-B14F-4D97-AF65-F5344CB8AC3E}">
        <p14:creationId xmlns:p14="http://schemas.microsoft.com/office/powerpoint/2010/main" val="4266474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BA27-4E0F-2508-F793-1784AF90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EA0AA-7351-A53D-2806-E970BE971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FF2DD-3FBF-3405-2454-41792C31DB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B6620E-5966-7A7B-83F5-EEA6D6669280}"/>
              </a:ext>
            </a:extLst>
          </p:cNvPr>
          <p:cNvSpPr>
            <a:spLocks noGrp="1"/>
          </p:cNvSpPr>
          <p:nvPr>
            <p:ph type="sldNum" sz="quarter" idx="5"/>
          </p:nvPr>
        </p:nvSpPr>
        <p:spPr/>
        <p:txBody>
          <a:bodyPr/>
          <a:lstStyle/>
          <a:p>
            <a:fld id="{1983A999-5E0E-42CA-8400-604AE921FF7C}" type="slidenum">
              <a:rPr lang="en-US" smtClean="0"/>
              <a:t>43</a:t>
            </a:fld>
            <a:endParaRPr lang="en-US"/>
          </a:p>
        </p:txBody>
      </p:sp>
    </p:spTree>
    <p:extLst>
      <p:ext uri="{BB962C8B-B14F-4D97-AF65-F5344CB8AC3E}">
        <p14:creationId xmlns:p14="http://schemas.microsoft.com/office/powerpoint/2010/main" val="2180894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1A3F-FD40-C790-33D5-55B26BF7A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A259F-5EA8-912A-6FD7-01DAFCBCF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1EC0C-C212-6E32-BA09-4A8BB6F94A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5DFAF2-EA21-C90D-391C-B0B9F7133CC2}"/>
              </a:ext>
            </a:extLst>
          </p:cNvPr>
          <p:cNvSpPr>
            <a:spLocks noGrp="1"/>
          </p:cNvSpPr>
          <p:nvPr>
            <p:ph type="sldNum" sz="quarter" idx="5"/>
          </p:nvPr>
        </p:nvSpPr>
        <p:spPr/>
        <p:txBody>
          <a:bodyPr/>
          <a:lstStyle/>
          <a:p>
            <a:fld id="{1983A999-5E0E-42CA-8400-604AE921FF7C}" type="slidenum">
              <a:rPr lang="en-US" smtClean="0"/>
              <a:t>44</a:t>
            </a:fld>
            <a:endParaRPr lang="en-US"/>
          </a:p>
        </p:txBody>
      </p:sp>
    </p:spTree>
    <p:extLst>
      <p:ext uri="{BB962C8B-B14F-4D97-AF65-F5344CB8AC3E}">
        <p14:creationId xmlns:p14="http://schemas.microsoft.com/office/powerpoint/2010/main" val="9097012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28F1-B0B0-A1EB-15DB-9C47DDE0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3BE31-3C46-B6CE-F873-073F79BEE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6E2B6-32E2-3AC2-D89A-04715334EB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A6C772-533F-A740-26D1-09B1B3D6A93C}"/>
              </a:ext>
            </a:extLst>
          </p:cNvPr>
          <p:cNvSpPr>
            <a:spLocks noGrp="1"/>
          </p:cNvSpPr>
          <p:nvPr>
            <p:ph type="sldNum" sz="quarter" idx="5"/>
          </p:nvPr>
        </p:nvSpPr>
        <p:spPr/>
        <p:txBody>
          <a:bodyPr/>
          <a:lstStyle/>
          <a:p>
            <a:fld id="{1983A999-5E0E-42CA-8400-604AE921FF7C}" type="slidenum">
              <a:rPr lang="en-US" smtClean="0"/>
              <a:t>45</a:t>
            </a:fld>
            <a:endParaRPr lang="en-US"/>
          </a:p>
        </p:txBody>
      </p:sp>
    </p:spTree>
    <p:extLst>
      <p:ext uri="{BB962C8B-B14F-4D97-AF65-F5344CB8AC3E}">
        <p14:creationId xmlns:p14="http://schemas.microsoft.com/office/powerpoint/2010/main" val="26133704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DF970-E963-037A-CF8C-D32CBFC7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DD870-D20E-6966-AFA5-DE542AEF3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827AD-9569-4A59-35E2-FD68784B35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FB8D-54A9-E689-29F7-B6EC14544A4E}"/>
              </a:ext>
            </a:extLst>
          </p:cNvPr>
          <p:cNvSpPr>
            <a:spLocks noGrp="1"/>
          </p:cNvSpPr>
          <p:nvPr>
            <p:ph type="sldNum" sz="quarter" idx="5"/>
          </p:nvPr>
        </p:nvSpPr>
        <p:spPr/>
        <p:txBody>
          <a:bodyPr/>
          <a:lstStyle/>
          <a:p>
            <a:fld id="{1983A999-5E0E-42CA-8400-604AE921FF7C}" type="slidenum">
              <a:rPr lang="en-US" smtClean="0"/>
              <a:t>46</a:t>
            </a:fld>
            <a:endParaRPr lang="en-US"/>
          </a:p>
        </p:txBody>
      </p:sp>
    </p:spTree>
    <p:extLst>
      <p:ext uri="{BB962C8B-B14F-4D97-AF65-F5344CB8AC3E}">
        <p14:creationId xmlns:p14="http://schemas.microsoft.com/office/powerpoint/2010/main" val="33015700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929F1-7482-022E-6A73-B09CF2F84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C0EED-4752-76F9-0C20-28ADFF772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AEB0D-7738-9ED2-82CA-B4DC3EE569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1B7EB4-946A-DA11-E59D-8997913086DD}"/>
              </a:ext>
            </a:extLst>
          </p:cNvPr>
          <p:cNvSpPr>
            <a:spLocks noGrp="1"/>
          </p:cNvSpPr>
          <p:nvPr>
            <p:ph type="sldNum" sz="quarter" idx="5"/>
          </p:nvPr>
        </p:nvSpPr>
        <p:spPr/>
        <p:txBody>
          <a:bodyPr/>
          <a:lstStyle/>
          <a:p>
            <a:fld id="{1983A999-5E0E-42CA-8400-604AE921FF7C}" type="slidenum">
              <a:rPr lang="en-US" smtClean="0"/>
              <a:t>48</a:t>
            </a:fld>
            <a:endParaRPr lang="en-US"/>
          </a:p>
        </p:txBody>
      </p:sp>
    </p:spTree>
    <p:extLst>
      <p:ext uri="{BB962C8B-B14F-4D97-AF65-F5344CB8AC3E}">
        <p14:creationId xmlns:p14="http://schemas.microsoft.com/office/powerpoint/2010/main" val="3948240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CE88-DAD0-B436-2B6C-5E58D394A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4475A-668F-F8E1-AEBA-A1E40180F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15F46-E6A5-4CC5-488C-49A77F30D1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229768-0BEB-2428-6436-0B6BBA400156}"/>
              </a:ext>
            </a:extLst>
          </p:cNvPr>
          <p:cNvSpPr>
            <a:spLocks noGrp="1"/>
          </p:cNvSpPr>
          <p:nvPr>
            <p:ph type="sldNum" sz="quarter" idx="5"/>
          </p:nvPr>
        </p:nvSpPr>
        <p:spPr/>
        <p:txBody>
          <a:bodyPr/>
          <a:lstStyle/>
          <a:p>
            <a:fld id="{1983A999-5E0E-42CA-8400-604AE921FF7C}" type="slidenum">
              <a:rPr lang="en-US" smtClean="0"/>
              <a:t>49</a:t>
            </a:fld>
            <a:endParaRPr lang="en-US"/>
          </a:p>
        </p:txBody>
      </p:sp>
    </p:spTree>
    <p:extLst>
      <p:ext uri="{BB962C8B-B14F-4D97-AF65-F5344CB8AC3E}">
        <p14:creationId xmlns:p14="http://schemas.microsoft.com/office/powerpoint/2010/main" val="6125822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5FF1-7845-2CB4-93A8-57EBA04C7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81D09-4BAA-41FD-2EFF-7B9B6469B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B28DF-C5A4-293C-50B7-B32C0D5FD4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AFFD6D-7860-0D35-99AD-9803A5CF9D76}"/>
              </a:ext>
            </a:extLst>
          </p:cNvPr>
          <p:cNvSpPr>
            <a:spLocks noGrp="1"/>
          </p:cNvSpPr>
          <p:nvPr>
            <p:ph type="sldNum" sz="quarter" idx="5"/>
          </p:nvPr>
        </p:nvSpPr>
        <p:spPr/>
        <p:txBody>
          <a:bodyPr/>
          <a:lstStyle/>
          <a:p>
            <a:fld id="{1983A999-5E0E-42CA-8400-604AE921FF7C}" type="slidenum">
              <a:rPr lang="en-US" smtClean="0"/>
              <a:t>50</a:t>
            </a:fld>
            <a:endParaRPr lang="en-US"/>
          </a:p>
        </p:txBody>
      </p:sp>
    </p:spTree>
    <p:extLst>
      <p:ext uri="{BB962C8B-B14F-4D97-AF65-F5344CB8AC3E}">
        <p14:creationId xmlns:p14="http://schemas.microsoft.com/office/powerpoint/2010/main" val="22961370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DBC7-5025-D284-11DD-DE7C40870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2E698-A89B-3BFE-7453-DF0A074A0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B3196-FF79-C0F9-1CC0-AA04BBA8CF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0ECE35-6B5A-0290-428D-50B39E892A55}"/>
              </a:ext>
            </a:extLst>
          </p:cNvPr>
          <p:cNvSpPr>
            <a:spLocks noGrp="1"/>
          </p:cNvSpPr>
          <p:nvPr>
            <p:ph type="sldNum" sz="quarter" idx="5"/>
          </p:nvPr>
        </p:nvSpPr>
        <p:spPr/>
        <p:txBody>
          <a:bodyPr/>
          <a:lstStyle/>
          <a:p>
            <a:fld id="{1983A999-5E0E-42CA-8400-604AE921FF7C}" type="slidenum">
              <a:rPr lang="en-US" smtClean="0"/>
              <a:t>51</a:t>
            </a:fld>
            <a:endParaRPr lang="en-US"/>
          </a:p>
        </p:txBody>
      </p:sp>
    </p:spTree>
    <p:extLst>
      <p:ext uri="{BB962C8B-B14F-4D97-AF65-F5344CB8AC3E}">
        <p14:creationId xmlns:p14="http://schemas.microsoft.com/office/powerpoint/2010/main" val="16573839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5388E-F607-84CB-F15A-C6B1ACECE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FB67A-2E75-85A1-6FE8-B69380C8C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BBAD3-E060-58BD-BA15-BC269FD7AC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EAC118-0235-F491-7412-32BD81D50C0E}"/>
              </a:ext>
            </a:extLst>
          </p:cNvPr>
          <p:cNvSpPr>
            <a:spLocks noGrp="1"/>
          </p:cNvSpPr>
          <p:nvPr>
            <p:ph type="sldNum" sz="quarter" idx="5"/>
          </p:nvPr>
        </p:nvSpPr>
        <p:spPr/>
        <p:txBody>
          <a:bodyPr/>
          <a:lstStyle/>
          <a:p>
            <a:fld id="{1983A999-5E0E-42CA-8400-604AE921FF7C}" type="slidenum">
              <a:rPr lang="en-US" smtClean="0"/>
              <a:t>52</a:t>
            </a:fld>
            <a:endParaRPr lang="en-US"/>
          </a:p>
        </p:txBody>
      </p:sp>
    </p:spTree>
    <p:extLst>
      <p:ext uri="{BB962C8B-B14F-4D97-AF65-F5344CB8AC3E}">
        <p14:creationId xmlns:p14="http://schemas.microsoft.com/office/powerpoint/2010/main" val="2697934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A6459-EBB3-BD90-C7C1-1D55F7F2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B44CD-75CB-614D-A08D-CA5C8A032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62726-63EF-C1B9-347D-5ACB84BB97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7B7798-E403-B4A0-2229-63EBEDC43B22}"/>
              </a:ext>
            </a:extLst>
          </p:cNvPr>
          <p:cNvSpPr>
            <a:spLocks noGrp="1"/>
          </p:cNvSpPr>
          <p:nvPr>
            <p:ph type="sldNum" sz="quarter" idx="5"/>
          </p:nvPr>
        </p:nvSpPr>
        <p:spPr/>
        <p:txBody>
          <a:bodyPr/>
          <a:lstStyle/>
          <a:p>
            <a:fld id="{1983A999-5E0E-42CA-8400-604AE921FF7C}" type="slidenum">
              <a:rPr lang="en-US" smtClean="0"/>
              <a:t>53</a:t>
            </a:fld>
            <a:endParaRPr lang="en-US"/>
          </a:p>
        </p:txBody>
      </p:sp>
    </p:spTree>
    <p:extLst>
      <p:ext uri="{BB962C8B-B14F-4D97-AF65-F5344CB8AC3E}">
        <p14:creationId xmlns:p14="http://schemas.microsoft.com/office/powerpoint/2010/main" val="26003991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EBBE-6CA3-5341-48D8-61B30C4B1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4B153-48D7-E4D7-DADD-1FA8DA624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53BFD-C93F-F97C-56FD-F18F65F491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F1D994-3521-E88B-542B-D3A5BC33BF50}"/>
              </a:ext>
            </a:extLst>
          </p:cNvPr>
          <p:cNvSpPr>
            <a:spLocks noGrp="1"/>
          </p:cNvSpPr>
          <p:nvPr>
            <p:ph type="sldNum" sz="quarter" idx="5"/>
          </p:nvPr>
        </p:nvSpPr>
        <p:spPr/>
        <p:txBody>
          <a:bodyPr/>
          <a:lstStyle/>
          <a:p>
            <a:fld id="{1983A999-5E0E-42CA-8400-604AE921FF7C}" type="slidenum">
              <a:rPr lang="en-US" smtClean="0"/>
              <a:t>54</a:t>
            </a:fld>
            <a:endParaRPr lang="en-US"/>
          </a:p>
        </p:txBody>
      </p:sp>
    </p:spTree>
    <p:extLst>
      <p:ext uri="{BB962C8B-B14F-4D97-AF65-F5344CB8AC3E}">
        <p14:creationId xmlns:p14="http://schemas.microsoft.com/office/powerpoint/2010/main" val="3517736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C2DF-AD59-BA21-45A0-563663258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A220F9-825E-EBA7-975B-92249164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FE6622-75CD-58B2-692D-485316D5AD70}"/>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FCD16CFD-451F-D904-B819-34EEC0C804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1421B-3958-273C-D463-1C33A36F5EDB}"/>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553089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6242C-C56A-529B-3227-9BC648B02E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69325-BF98-2E44-1CBE-114B24169B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5CAA4-A9F6-8FF5-1D56-A7FD23A60D23}"/>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D46C40E4-2976-C1C0-D98B-12A58CEDD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758F6-6636-0BBC-BC4B-8D4DE6E5BA49}"/>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112396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EB92-59A5-3A12-83E7-77A7C1C279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FA4BCE-FC7F-795F-04D4-74035544DB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041891-F0A0-02D3-9718-EB409FDE9812}"/>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BF55CD21-F184-4FEC-91A9-5F885F510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1651B0-DE57-5065-4E23-CD4083487584}"/>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4138818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4C8C-A552-E1B8-5CED-4A6FC9BBED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5DA19F-B367-8645-4B1B-648809A258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1C267E-E9C4-0FAD-4CEE-F4EDE76E4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A8D210-ABD0-435E-2D41-CCDEF29E1049}"/>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765FEAAD-1F9A-B7F1-BB17-330CE6AE2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1BF552-0A52-0E6E-3ACD-6D406635639D}"/>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2598556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1749C-B5B0-18E1-456F-FA3241C948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244283-8C06-D314-DF58-22865D65E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01A9BC-B6ED-7382-A643-6E3341D274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B02CAE-FF42-AACF-3547-5521D48E6B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CEFE22-3F79-DD21-0F3B-8C226FBA7D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F44DBA-963E-F373-B2F0-5CAF5064AB80}"/>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8" name="Footer Placeholder 7">
            <a:extLst>
              <a:ext uri="{FF2B5EF4-FFF2-40B4-BE49-F238E27FC236}">
                <a16:creationId xmlns:a16="http://schemas.microsoft.com/office/drawing/2014/main" id="{8E3D7299-A004-88B0-77C9-60E04AEC62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57567F-FECB-BBF5-F577-627B9DAE8555}"/>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436609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5B8A6-3A0F-7BA0-5BB5-53CF3CEE40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156972-7139-0404-826C-1F9B81CB4727}"/>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4" name="Footer Placeholder 3">
            <a:extLst>
              <a:ext uri="{FF2B5EF4-FFF2-40B4-BE49-F238E27FC236}">
                <a16:creationId xmlns:a16="http://schemas.microsoft.com/office/drawing/2014/main" id="{97DDAD1F-FCD3-9E1C-A7FC-5A25F8B6FA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46738C-9C11-ED2A-6F7F-518F2CC1D84A}"/>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672641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5CBE7B-9B70-F7A3-C331-D3E9383EA5FC}"/>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3" name="Footer Placeholder 2">
            <a:extLst>
              <a:ext uri="{FF2B5EF4-FFF2-40B4-BE49-F238E27FC236}">
                <a16:creationId xmlns:a16="http://schemas.microsoft.com/office/drawing/2014/main" id="{50DD5ED7-A62F-7F6D-4BAA-92862C9CA9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842C7-42E9-2395-3413-B6DA2AB8B684}"/>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060103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B4A4-EEC4-65FB-54AB-82026BE570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383EE4-893B-0948-9607-393AE363F0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848EA3-D817-CBE0-9665-9616007DA1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843703-68E3-A2A8-7364-BC3B0E2912B4}"/>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FA03C6F2-FDFF-46E5-4E07-22578E72F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033E53-257F-0AC9-30D0-5813256F4E0C}"/>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2438137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DD3B-4904-4C46-E095-32C1B89D6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9F9C02-F143-DE81-47C0-03542BE93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F03D39-814D-EA95-4702-4D5B46465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A0E70-711B-C68B-4519-55B4C98488FF}"/>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A5FBC0D2-15A5-CD11-B5B3-EDDB8BBC4E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ED68B-78DA-013F-1536-0328B8AE64B5}"/>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121609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BC8B7-A30A-55A3-3BB4-D534BD0797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0BADF8-4627-98D1-ADCE-2677418C5D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216E60-4948-760B-F804-94CF86328CBD}"/>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34655C7A-42F2-732D-AD82-E129679B4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554144-DAEF-0B16-B47B-B8D8726BD802}"/>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57693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AB9052-1E45-497B-3488-2D72695981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78A5AC-D35C-1906-B063-C62DACE9E3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0342B-0C03-B48A-AFC6-3C549F760678}"/>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C162B235-4915-5EC3-119E-D749C8E0BE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93520-8EFA-4DB6-09BC-1B39224186DC}"/>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473490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1013914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1606265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487384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3823605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279303603"/>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1831300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593118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7670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990302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189265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60879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008422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966258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5417263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975714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9957340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00232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EFE597-4AF2-7EC0-FA12-78219D78AC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907A9-AF23-9134-87AD-A80DF90465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78ECA5-4FBB-AF3D-2104-D9349B2032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7663A0BB-8095-C9D3-B23B-E10E2A2CE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A14B99-1525-9C37-BCEA-A4CF7CB93D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A7C42B-5492-47E2-9B8F-72C04F2B4232}" type="slidenum">
              <a:rPr lang="en-US" smtClean="0"/>
              <a:t>‹#›</a:t>
            </a:fld>
            <a:endParaRPr lang="en-US"/>
          </a:p>
        </p:txBody>
      </p:sp>
    </p:spTree>
    <p:extLst>
      <p:ext uri="{BB962C8B-B14F-4D97-AF65-F5344CB8AC3E}">
        <p14:creationId xmlns:p14="http://schemas.microsoft.com/office/powerpoint/2010/main" val="1477867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37109669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png"/><Relationship Id="rId5"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microsoft.com/office/2007/relationships/hdphoto" Target="../media/hdphoto5.wdp"/><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microsoft.com/office/2007/relationships/hdphoto" Target="../media/hdphoto6.wdp"/><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7.wdp"/></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microsoft.com/office/2007/relationships/hdphoto" Target="../media/hdphoto8.wdp"/><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microsoft.com/office/2007/relationships/hdphoto" Target="../media/hdphoto9.wdp"/><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microsoft.com/office/2007/relationships/hdphoto" Target="../media/hdphoto10.wdp"/><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microsoft.com/office/2007/relationships/hdphoto" Target="../media/hdphoto11.wdp"/><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0.png"/><Relationship Id="rId5" Type="http://schemas.microsoft.com/office/2007/relationships/hdphoto" Target="../media/hdphoto12.wdp"/><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14.wdp"/><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23.png"/><Relationship Id="rId5" Type="http://schemas.microsoft.com/office/2007/relationships/hdphoto" Target="../media/hdphoto13.wdp"/><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microsoft.com/office/2007/relationships/hdphoto" Target="../media/hdphoto15.wdp"/><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4.png"/><Relationship Id="rId5" Type="http://schemas.microsoft.com/office/2007/relationships/hdphoto" Target="../media/hdphoto13.wdp"/><Relationship Id="rId4" Type="http://schemas.openxmlformats.org/officeDocument/2006/relationships/image" Target="../media/image22.png"/><Relationship Id="rId9" Type="http://schemas.microsoft.com/office/2007/relationships/hdphoto" Target="../media/hdphoto16.wdp"/></Relationships>
</file>

<file path=ppt/slides/_rels/slide2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jpeg"/><Relationship Id="rId7" Type="http://schemas.microsoft.com/office/2007/relationships/hdphoto" Target="../media/hdphoto17.wdp"/><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6.png"/><Relationship Id="rId5" Type="http://schemas.microsoft.com/office/2007/relationships/hdphoto" Target="../media/hdphoto13.wdp"/><Relationship Id="rId4" Type="http://schemas.openxmlformats.org/officeDocument/2006/relationships/image" Target="../media/image22.png"/><Relationship Id="rId9" Type="http://schemas.microsoft.com/office/2007/relationships/hdphoto" Target="../media/hdphoto18.wdp"/></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0.wdp"/><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29.png"/><Relationship Id="rId5" Type="http://schemas.microsoft.com/office/2007/relationships/hdphoto" Target="../media/hdphoto19.wdp"/><Relationship Id="rId4" Type="http://schemas.openxmlformats.org/officeDocument/2006/relationships/image" Target="../media/image28.png"/><Relationship Id="rId9" Type="http://schemas.openxmlformats.org/officeDocument/2006/relationships/image" Target="../media/image6.sv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0.wdp"/><Relationship Id="rId4" Type="http://schemas.openxmlformats.org/officeDocument/2006/relationships/image" Target="../media/image29.png"/><Relationship Id="rId9" Type="http://schemas.microsoft.com/office/2007/relationships/hdphoto" Target="../media/hdphoto21.wdp"/></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microsoft.com/office/2007/relationships/hdphoto" Target="../media/hdphoto21.wdp"/><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0.wdp"/><Relationship Id="rId4" Type="http://schemas.openxmlformats.org/officeDocument/2006/relationships/image" Target="../media/image29.png"/><Relationship Id="rId9" Type="http://schemas.microsoft.com/office/2007/relationships/hdphoto" Target="../media/hdphoto22.wdp"/></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jpeg"/><Relationship Id="rId7" Type="http://schemas.microsoft.com/office/2007/relationships/hdphoto" Target="../media/hdphoto24.wdp"/><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34.png"/><Relationship Id="rId5" Type="http://schemas.microsoft.com/office/2007/relationships/hdphoto" Target="../media/hdphoto23.wdp"/><Relationship Id="rId4" Type="http://schemas.openxmlformats.org/officeDocument/2006/relationships/image" Target="../media/image33.png"/><Relationship Id="rId9" Type="http://schemas.microsoft.com/office/2007/relationships/hdphoto" Target="../media/hdphoto25.wdp"/></Relationships>
</file>

<file path=ppt/slides/_rels/slide3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jpeg"/><Relationship Id="rId7" Type="http://schemas.microsoft.com/office/2007/relationships/hdphoto" Target="../media/hdphoto27.wdp"/><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7.png"/><Relationship Id="rId11" Type="http://schemas.microsoft.com/office/2007/relationships/hdphoto" Target="../media/hdphoto29.wdp"/><Relationship Id="rId5" Type="http://schemas.microsoft.com/office/2007/relationships/hdphoto" Target="../media/hdphoto26.wdp"/><Relationship Id="rId10" Type="http://schemas.openxmlformats.org/officeDocument/2006/relationships/image" Target="../media/image39.png"/><Relationship Id="rId4" Type="http://schemas.openxmlformats.org/officeDocument/2006/relationships/image" Target="../media/image36.png"/><Relationship Id="rId9" Type="http://schemas.microsoft.com/office/2007/relationships/hdphoto" Target="../media/hdphoto28.wdp"/></Relationships>
</file>

<file path=ppt/slides/_rels/slide3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jpeg"/><Relationship Id="rId7" Type="http://schemas.microsoft.com/office/2007/relationships/hdphoto" Target="../media/hdphoto31.wdp"/><Relationship Id="rId12"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41.png"/><Relationship Id="rId11" Type="http://schemas.openxmlformats.org/officeDocument/2006/relationships/image" Target="../media/image5.png"/><Relationship Id="rId5" Type="http://schemas.microsoft.com/office/2007/relationships/hdphoto" Target="../media/hdphoto30.wdp"/><Relationship Id="rId10" Type="http://schemas.microsoft.com/office/2007/relationships/hdphoto" Target="../media/hdphoto25.wdp"/><Relationship Id="rId4" Type="http://schemas.openxmlformats.org/officeDocument/2006/relationships/image" Target="../media/image40.png"/><Relationship Id="rId9"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33.wdp"/><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44.png"/><Relationship Id="rId5" Type="http://schemas.microsoft.com/office/2007/relationships/hdphoto" Target="../media/hdphoto32.wdp"/><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jpeg"/><Relationship Id="rId7" Type="http://schemas.microsoft.com/office/2007/relationships/hdphoto" Target="../media/hdphoto35.wdp"/><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46.png"/><Relationship Id="rId5" Type="http://schemas.microsoft.com/office/2007/relationships/hdphoto" Target="../media/hdphoto34.wdp"/><Relationship Id="rId4" Type="http://schemas.openxmlformats.org/officeDocument/2006/relationships/image" Target="../media/image45.png"/><Relationship Id="rId9" Type="http://schemas.microsoft.com/office/2007/relationships/hdphoto" Target="../media/hdphoto36.wdp"/></Relationships>
</file>

<file path=ppt/slides/_rels/slide3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jpeg"/><Relationship Id="rId7" Type="http://schemas.microsoft.com/office/2007/relationships/hdphoto" Target="../media/hdphoto38.wdp"/><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49.png"/><Relationship Id="rId5" Type="http://schemas.microsoft.com/office/2007/relationships/hdphoto" Target="../media/hdphoto37.wdp"/><Relationship Id="rId10" Type="http://schemas.openxmlformats.org/officeDocument/2006/relationships/image" Target="../media/image51.png"/><Relationship Id="rId4" Type="http://schemas.openxmlformats.org/officeDocument/2006/relationships/image" Target="../media/image48.png"/><Relationship Id="rId9" Type="http://schemas.microsoft.com/office/2007/relationships/hdphoto" Target="../media/hdphoto39.wdp"/></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53.png"/><Relationship Id="rId5" Type="http://schemas.microsoft.com/office/2007/relationships/hdphoto" Target="../media/hdphoto40.wdp"/><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microsoft.com/office/2007/relationships/hdphoto" Target="../media/hdphoto41.wdp"/><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54.png"/><Relationship Id="rId11" Type="http://schemas.microsoft.com/office/2007/relationships/hdphoto" Target="../media/hdphoto43.wdp"/><Relationship Id="rId5" Type="http://schemas.microsoft.com/office/2007/relationships/hdphoto" Target="../media/hdphoto40.wdp"/><Relationship Id="rId10" Type="http://schemas.openxmlformats.org/officeDocument/2006/relationships/image" Target="../media/image56.png"/><Relationship Id="rId4" Type="http://schemas.openxmlformats.org/officeDocument/2006/relationships/image" Target="../media/image52.png"/><Relationship Id="rId9" Type="http://schemas.microsoft.com/office/2007/relationships/hdphoto" Target="../media/hdphoto42.wdp"/></Relationships>
</file>

<file path=ppt/slides/_rels/slide42.xml.rels><?xml version="1.0" encoding="UTF-8" standalone="yes"?>
<Relationships xmlns="http://schemas.openxmlformats.org/package/2006/relationships"><Relationship Id="rId8" Type="http://schemas.microsoft.com/office/2007/relationships/hdphoto" Target="../media/hdphoto43.wdp"/><Relationship Id="rId3" Type="http://schemas.openxmlformats.org/officeDocument/2006/relationships/image" Target="../media/image2.jpeg"/><Relationship Id="rId7"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57.png"/><Relationship Id="rId5" Type="http://schemas.microsoft.com/office/2007/relationships/hdphoto" Target="../media/hdphoto40.wdp"/><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jpeg"/><Relationship Id="rId7" Type="http://schemas.microsoft.com/office/2007/relationships/hdphoto" Target="../media/hdphoto43.wdp"/><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56.png"/><Relationship Id="rId5" Type="http://schemas.microsoft.com/office/2007/relationships/hdphoto" Target="../media/hdphoto40.wdp"/><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jpeg"/><Relationship Id="rId7" Type="http://schemas.microsoft.com/office/2007/relationships/hdphoto" Target="../media/hdphoto43.wdp"/><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56.png"/><Relationship Id="rId5" Type="http://schemas.microsoft.com/office/2007/relationships/hdphoto" Target="../media/hdphoto40.wdp"/><Relationship Id="rId10" Type="http://schemas.openxmlformats.org/officeDocument/2006/relationships/image" Target="../media/image61.png"/><Relationship Id="rId4" Type="http://schemas.openxmlformats.org/officeDocument/2006/relationships/image" Target="../media/image52.png"/><Relationship Id="rId9"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8" Type="http://schemas.microsoft.com/office/2007/relationships/hdphoto" Target="../media/hdphoto46.wdp"/><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image" Target="../media/image2.jpeg"/><Relationship Id="rId1" Type="http://schemas.openxmlformats.org/officeDocument/2006/relationships/slideLayout" Target="../slideLayouts/slideLayout14.xml"/><Relationship Id="rId6" Type="http://schemas.microsoft.com/office/2007/relationships/hdphoto" Target="../media/hdphoto45.wdp"/><Relationship Id="rId5" Type="http://schemas.openxmlformats.org/officeDocument/2006/relationships/image" Target="../media/image63.png"/><Relationship Id="rId4" Type="http://schemas.microsoft.com/office/2007/relationships/hdphoto" Target="../media/hdphoto44.wdp"/></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48.wdp"/><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66.png"/><Relationship Id="rId5" Type="http://schemas.microsoft.com/office/2007/relationships/hdphoto" Target="../media/hdphoto47.wdp"/><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50.wdp"/><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68.png"/><Relationship Id="rId5" Type="http://schemas.microsoft.com/office/2007/relationships/hdphoto" Target="../media/hdphoto49.wdp"/><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jpeg"/><Relationship Id="rId7" Type="http://schemas.microsoft.com/office/2007/relationships/hdphoto" Target="../media/hdphoto52.wdp"/><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70.png"/><Relationship Id="rId11" Type="http://schemas.microsoft.com/office/2007/relationships/hdphoto" Target="../media/hdphoto54.wdp"/><Relationship Id="rId5" Type="http://schemas.microsoft.com/office/2007/relationships/hdphoto" Target="../media/hdphoto51.wdp"/><Relationship Id="rId10" Type="http://schemas.openxmlformats.org/officeDocument/2006/relationships/image" Target="../media/image72.png"/><Relationship Id="rId4" Type="http://schemas.openxmlformats.org/officeDocument/2006/relationships/image" Target="../media/image69.png"/><Relationship Id="rId9" Type="http://schemas.microsoft.com/office/2007/relationships/hdphoto" Target="../media/hdphoto53.wdp"/></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hyperlink" Target="https://docs.flutter.dev/app-architecture/design-patterns/sql" TargetMode="External"/><Relationship Id="rId13" Type="http://schemas.openxmlformats.org/officeDocument/2006/relationships/hyperlink" Target="https://pub.dev/packages/path_provider" TargetMode="External"/><Relationship Id="rId3" Type="http://schemas.openxmlformats.org/officeDocument/2006/relationships/image" Target="../media/image2.jpeg"/><Relationship Id="rId7" Type="http://schemas.openxmlformats.org/officeDocument/2006/relationships/hyperlink" Target="https://drift.simonbinder.eu/setup/" TargetMode="External"/><Relationship Id="rId12" Type="http://schemas.openxmlformats.org/officeDocument/2006/relationships/hyperlink" Target="https://api.dart.dev/dart-core/String-class.html" TargetMode="External"/><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hyperlink" Target="https://api.dart.dev/dart-core/String/contains.html" TargetMode="External"/><Relationship Id="rId11" Type="http://schemas.openxmlformats.org/officeDocument/2006/relationships/hyperlink" Target="https://api.flutter.dev/flutter/widgets/" TargetMode="External"/><Relationship Id="rId5" Type="http://schemas.openxmlformats.org/officeDocument/2006/relationships/hyperlink" Target="https://drift.simonbinder.eu/dart_api/select/#joins" TargetMode="External"/><Relationship Id="rId10" Type="http://schemas.openxmlformats.org/officeDocument/2006/relationships/hyperlink" Target="https://www.sqlite.org/foreignkeys.html" TargetMode="External"/><Relationship Id="rId4" Type="http://schemas.openxmlformats.org/officeDocument/2006/relationships/hyperlink" Target="https://docs.flutter.dev/cookbook/persistence/sqlite" TargetMode="External"/><Relationship Id="rId9" Type="http://schemas.openxmlformats.org/officeDocument/2006/relationships/hyperlink" Target="https://www.sqlite.org/lang_createtable.html" TargetMode="External"/><Relationship Id="rId14" Type="http://schemas.openxmlformats.org/officeDocument/2006/relationships/hyperlink" Target="https://dart.dev/effective-dart/style#do-name-types-using-uppercamelcase"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pic>
        <p:nvPicPr>
          <p:cNvPr id="5" name="Picture Placeholder 4"/>
          <p:cNvPicPr>
            <a:picLocks noGrp="1" noChangeAspect="1"/>
          </p:cNvPicPr>
          <p:nvPr>
            <p:ph type="pic" sz="quarter" idx="13"/>
          </p:nvPr>
        </p:nvPicPr>
        <p:blipFill>
          <a:blip r:embed="rId2"/>
          <a:srcRect l="19440" r="19440"/>
          <a:stretch>
            <a:fillRect/>
          </a:stretch>
        </p:blipFill>
        <p:spPr>
          <a:xfrm>
            <a:off x="0" y="0"/>
            <a:ext cx="12192000" cy="6858000"/>
          </a:xfrm>
          <a:prstGeom prst="rect">
            <a:avLst/>
          </a:prstGeom>
        </p:spPr>
      </p:pic>
    </p:spTree>
    <p:extLst>
      <p:ext uri="{BB962C8B-B14F-4D97-AF65-F5344CB8AC3E}">
        <p14:creationId xmlns:p14="http://schemas.microsoft.com/office/powerpoint/2010/main" val="62710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11379A-9783-C56B-234A-95BAC96B84EC}"/>
              </a:ext>
            </a:extLst>
          </p:cNvPr>
          <p:cNvSpPr/>
          <p:nvPr/>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itle 1">
            <a:extLst>
              <a:ext uri="{FF2B5EF4-FFF2-40B4-BE49-F238E27FC236}">
                <a16:creationId xmlns:a16="http://schemas.microsoft.com/office/drawing/2014/main" id="{795FF0E8-80F7-AA83-8870-B750B9965345}"/>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0" name="Title 1">
            <a:extLst>
              <a:ext uri="{FF2B5EF4-FFF2-40B4-BE49-F238E27FC236}">
                <a16:creationId xmlns:a16="http://schemas.microsoft.com/office/drawing/2014/main" id="{09E8EEE8-2DB9-047A-7F17-F5268F387009}"/>
              </a:ext>
            </a:extLst>
          </p:cNvPr>
          <p:cNvSpPr txBox="1">
            <a:spLocks/>
          </p:cNvSpPr>
          <p:nvPr/>
        </p:nvSpPr>
        <p:spPr>
          <a:xfrm>
            <a:off x="1612333" y="2249782"/>
            <a:ext cx="9292040"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err="1">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Đề</a:t>
            </a:r>
            <a:r>
              <a:rPr kumimoji="0" lang="en-US"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4400" b="1" i="0" u="none" strike="noStrike" kern="1200" cap="none" spc="0" normalizeH="0" baseline="0" noProof="0" err="1">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tài</a:t>
            </a:r>
            <a:r>
              <a:rPr kumimoji="0" lang="en-US"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SQLite và Drift – Quản lý cơ sở dữ liệu quan hệ</a:t>
            </a:r>
            <a:endParaRPr kumimoji="0" lang="vi-VN"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01F0FA32-AC66-869C-BC23-DC047C397F0F}"/>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028" name="Picture 4" descr="Tải mẫu logo trường đại học Bách Khoa Đà Nẵng (DUT) file ...">
            <a:extLst>
              <a:ext uri="{FF2B5EF4-FFF2-40B4-BE49-F238E27FC236}">
                <a16:creationId xmlns:a16="http://schemas.microsoft.com/office/drawing/2014/main" id="{DC90530D-1DB1-3167-5CA9-EB798B77E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9E8EEE8-2DB9-047A-7F17-F5268F387009}"/>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888EDE71-E52E-8725-EFC5-A6F2CE64927E}"/>
              </a:ext>
            </a:extLst>
          </p:cNvPr>
          <p:cNvSpPr txBox="1">
            <a:spLocks/>
          </p:cNvSpPr>
          <p:nvPr/>
        </p:nvSpPr>
        <p:spPr>
          <a:xfrm>
            <a:off x="2270803" y="1337295"/>
            <a:ext cx="7975100" cy="729253"/>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Học </a:t>
            </a:r>
            <a:r>
              <a:rPr kumimoji="0" lang="en-US" sz="3600" b="1" i="0" u="none" strike="noStrike" kern="1200" cap="none" spc="0" normalizeH="0" baseline="0" noProof="0" err="1">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phần</a:t>
            </a:r>
            <a:r>
              <a:rPr kumimoji="0" lang="en-US"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Lập trình đa nền tảng</a:t>
            </a:r>
            <a:endParaRPr kumimoji="0" lang="vi-VN"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941B6560-5BF1-5287-52D9-FDFE215D4489}"/>
              </a:ext>
            </a:extLst>
          </p:cNvPr>
          <p:cNvSpPr txBox="1">
            <a:spLocks/>
          </p:cNvSpPr>
          <p:nvPr/>
        </p:nvSpPr>
        <p:spPr>
          <a:xfrm>
            <a:off x="655333" y="4407211"/>
            <a:ext cx="9066486" cy="257124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Giảng viên hướng dẫn : </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TS. Nguyễn Duy Nhật Viễn</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vi-VN"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L</a:t>
            </a: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ớp học phần 22.44 </a:t>
            </a:r>
            <a:r>
              <a:rPr kumimoji="0" lang="vi-VN"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vi-VN"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N</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hóm: Bản – Huy</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Lê Thanh Bản                  - 106220209</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Lưu Văn Thành Huy     - 106220218</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200"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vi-VN" sz="2200" b="1" i="0" u="none" strike="noStrike" kern="1200" cap="none" spc="0" normalizeH="0" baseline="0" noProof="0">
              <a:ln>
                <a:noFill/>
              </a:ln>
              <a:solidFill>
                <a:srgbClr val="616163"/>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F5A000D-671F-6097-4572-AA53B4EADEE3}"/>
              </a:ext>
            </a:extLst>
          </p:cNvPr>
          <p:cNvSpPr txBox="1">
            <a:spLocks/>
          </p:cNvSpPr>
          <p:nvPr/>
        </p:nvSpPr>
        <p:spPr>
          <a:xfrm>
            <a:off x="11339814" y="6521726"/>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600" b="1" i="0" u="none" strike="noStrike" kern="1200" cap="none" spc="0" normalizeH="0" baseline="0" noProof="0">
                <a:ln>
                  <a:noFill/>
                </a:ln>
                <a:solidFill>
                  <a:prstClr val="black">
                    <a:alpha val="80000"/>
                  </a:prstClr>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rPr>
              <a:t>PAGE </a:t>
            </a:r>
            <a:r>
              <a:rPr lang="en-US" sz="1600" b="1">
                <a:solidFill>
                  <a:prstClr val="black">
                    <a:alpha val="80000"/>
                  </a:prst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endParaRPr kumimoji="0" lang="en-US" sz="1600" b="1" i="0" u="none" strike="noStrike" kern="1200" cap="none" spc="0" normalizeH="0" baseline="0" noProof="0">
              <a:ln>
                <a:noFill/>
              </a:ln>
              <a:solidFill>
                <a:prstClr val="black">
                  <a:alpha val="80000"/>
                </a:prstClr>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75281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745FC9-39EF-D3FD-F505-8C0944CD9D44}"/>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09E8EEE8-2DB9-047A-7F17-F5268F387009}"/>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26023D0-31B5-CFBD-9011-904BECB45C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A210F029-1BBC-650D-93D5-C4098CD84D3D}"/>
              </a:ext>
            </a:extLst>
          </p:cNvPr>
          <p:cNvSpPr txBox="1">
            <a:spLocks/>
          </p:cNvSpPr>
          <p:nvPr/>
        </p:nvSpPr>
        <p:spPr>
          <a:xfrm>
            <a:off x="11310785"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p>
        </p:txBody>
      </p:sp>
      <p:sp>
        <p:nvSpPr>
          <p:cNvPr id="12" name="Content Placeholder 2">
            <a:extLst>
              <a:ext uri="{FF2B5EF4-FFF2-40B4-BE49-F238E27FC236}">
                <a16:creationId xmlns:a16="http://schemas.microsoft.com/office/drawing/2014/main" id="{9F174C0B-2869-FE3D-A7BA-9A6B2E691DB0}"/>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A4528537-CA55-2F21-ED21-05DF225BC7F2}"/>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CC56A843-D7D3-361C-A3ED-654F52FEAF71}"/>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7DC84BEA-0F82-FE46-BC6A-8D8F3E33C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499BE751-8777-31BE-0D43-44D73DB69BD9}"/>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14122999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CB30C-0FD4-66EC-FF48-23F10EE52F8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9A38CD8-A33D-2D13-522A-FE608716BD8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49EEE22B-5A2E-15C7-6CB3-47C18F4A2A2B}"/>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B25B599-0F17-BE9D-15FA-F36C9BF74A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BEF8DF5F-9CAA-EBE7-9DB5-2DA6E7F87C57}"/>
              </a:ext>
            </a:extLst>
          </p:cNvPr>
          <p:cNvSpPr txBox="1">
            <a:spLocks/>
          </p:cNvSpPr>
          <p:nvPr/>
        </p:nvSpPr>
        <p:spPr>
          <a:xfrm>
            <a:off x="11368842"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a:t>
            </a:r>
          </a:p>
        </p:txBody>
      </p:sp>
      <p:sp>
        <p:nvSpPr>
          <p:cNvPr id="12" name="Content Placeholder 2">
            <a:extLst>
              <a:ext uri="{FF2B5EF4-FFF2-40B4-BE49-F238E27FC236}">
                <a16:creationId xmlns:a16="http://schemas.microsoft.com/office/drawing/2014/main" id="{8EA90AB3-86FC-4929-9147-5181FE2759D6}"/>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29D13A10-9473-8379-590F-911B485E886F}"/>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AC211310-6E75-432B-E0A3-56EE24582270}"/>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777C2C5-2AA6-1F4C-3DC7-4A66DEE21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CA839781-A99B-2B49-FE3F-7B5FDDE9B38F}"/>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36837897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233F-5104-B589-5EA2-D51232FA90E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57982D4-A34E-D4FE-AE26-FE1AE3034F1B}"/>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EFB6AE8-2684-5F3D-E135-5302BFF21D1D}"/>
              </a:ext>
            </a:extLst>
          </p:cNvPr>
          <p:cNvSpPr txBox="1">
            <a:spLocks/>
          </p:cNvSpPr>
          <p:nvPr/>
        </p:nvSpPr>
        <p:spPr>
          <a:xfrm>
            <a:off x="11397871"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a:t>
            </a:r>
          </a:p>
        </p:txBody>
      </p:sp>
      <p:sp>
        <p:nvSpPr>
          <p:cNvPr id="7" name="Title 10">
            <a:extLst>
              <a:ext uri="{FF2B5EF4-FFF2-40B4-BE49-F238E27FC236}">
                <a16:creationId xmlns:a16="http://schemas.microsoft.com/office/drawing/2014/main" id="{D9F6073F-F3FA-D968-F2E4-6B060F18E49F}"/>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 thiệu tổng quan</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EEBD8BE-736F-0ADF-3389-87FD3DC2A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E69E17-AB61-0CE6-BB36-C05215463F44}"/>
              </a:ext>
            </a:extLst>
          </p:cNvPr>
          <p:cNvSpPr txBox="1"/>
          <p:nvPr/>
        </p:nvSpPr>
        <p:spPr>
          <a:xfrm>
            <a:off x="642164" y="1548581"/>
            <a:ext cx="10907669" cy="3231654"/>
          </a:xfrm>
          <a:prstGeom prst="rect">
            <a:avLst/>
          </a:prstGeom>
          <a:noFill/>
        </p:spPr>
        <p:txBody>
          <a:bodyPr wrap="square" rtlCol="0">
            <a:spAutoFit/>
          </a:bodyPr>
          <a:lstStyle/>
          <a:p>
            <a:pPr algn="just">
              <a:lnSpc>
                <a:spcPct val="150000"/>
              </a:lnSpc>
            </a:pPr>
            <a:r>
              <a:rPr lang="vi-VN" sz="2400" b="1">
                <a:solidFill>
                  <a:schemeClr val="bg1"/>
                </a:solidFill>
                <a:latin typeface="Cambria" panose="02040503050406030204" pitchFamily="18" charset="0"/>
                <a:ea typeface="Cambria" panose="02040503050406030204" pitchFamily="18" charset="0"/>
              </a:rPr>
              <a:t>Mục tiêu của nội dung này là</a:t>
            </a:r>
            <a:r>
              <a:rPr lang="vi-VN" sz="2400">
                <a:solidFill>
                  <a:schemeClr val="bg1"/>
                </a:solidFill>
                <a:latin typeface="Cambria" panose="02040503050406030204" pitchFamily="18" charset="0"/>
                <a:ea typeface="Cambria" panose="02040503050406030204" pitchFamily="18" charset="0"/>
              </a:rPr>
              <a:t> hiểu và thực hành hai cách tiếp cận quản lý cơ sở dữ liệu quan hệ trong Flutter:</a:t>
            </a:r>
          </a:p>
          <a:p>
            <a:pPr algn="just">
              <a:lnSpc>
                <a:spcPct val="150000"/>
              </a:lnSpc>
            </a:pPr>
            <a:r>
              <a:rPr lang="vi-VN" sz="2400">
                <a:solidFill>
                  <a:schemeClr val="bg1"/>
                </a:solidFill>
                <a:latin typeface="Cambria" panose="02040503050406030204" pitchFamily="18" charset="0"/>
                <a:ea typeface="Cambria" panose="02040503050406030204" pitchFamily="18" charset="0"/>
              </a:rPr>
              <a:t>1.	Sử dụng SQLite thuần – thao tác trực tiếp bằng câu lệnh SQL.</a:t>
            </a:r>
          </a:p>
          <a:p>
            <a:pPr algn="just">
              <a:lnSpc>
                <a:spcPct val="150000"/>
              </a:lnSpc>
            </a:pPr>
            <a:r>
              <a:rPr lang="vi-VN" sz="2400">
                <a:solidFill>
                  <a:schemeClr val="bg1"/>
                </a:solidFill>
                <a:latin typeface="Cambria" panose="02040503050406030204" pitchFamily="18" charset="0"/>
                <a:ea typeface="Cambria" panose="02040503050406030204" pitchFamily="18" charset="0"/>
              </a:rPr>
              <a:t>2.	Sử dụng Drift ORM (Object Relational Mapping) – thao tác với dữ liệu bằng đối tượng Dart thay vì câu lệnh SQL thủ công.</a:t>
            </a:r>
          </a:p>
          <a:p>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4238450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5583-49CE-1711-FE48-84AC1F202B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BFF5295-A881-7BC8-6F36-25FFC8346AF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FE16EB01-7F00-4F1F-4056-11FCC846B8AE}"/>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DEED661-6D79-A14C-D575-A281B9AE4523}"/>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0D15DFE8-1AE2-90B1-4FBC-D0C29BD4F14F}"/>
              </a:ext>
            </a:extLst>
          </p:cNvPr>
          <p:cNvSpPr txBox="1">
            <a:spLocks/>
          </p:cNvSpPr>
          <p:nvPr/>
        </p:nvSpPr>
        <p:spPr>
          <a:xfrm>
            <a:off x="11310785"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6</a:t>
            </a:r>
          </a:p>
        </p:txBody>
      </p:sp>
      <p:sp>
        <p:nvSpPr>
          <p:cNvPr id="12" name="Content Placeholder 2">
            <a:extLst>
              <a:ext uri="{FF2B5EF4-FFF2-40B4-BE49-F238E27FC236}">
                <a16:creationId xmlns:a16="http://schemas.microsoft.com/office/drawing/2014/main" id="{B70D168C-50D7-42CA-6E89-4D96A6DF4F17}"/>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26BD237F-560B-142F-F9A4-4F5A23958E01}"/>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A6C8712A-38AE-FF2E-6CDB-F604CB4952F8}"/>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CBA6B370-8EFC-63E5-8529-BA77A36633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74E8E83F-2FE3-6783-2F7D-F7432DB0C75A}"/>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7940578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5E03-E97F-982A-A99C-A892D552A80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07EBE7-B805-51A7-2F85-86D11238915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EDE44564-2510-525B-D6EE-869F2E773D8A}"/>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7</a:t>
            </a:r>
          </a:p>
        </p:txBody>
      </p:sp>
      <p:sp>
        <p:nvSpPr>
          <p:cNvPr id="7" name="Title 10">
            <a:extLst>
              <a:ext uri="{FF2B5EF4-FFF2-40B4-BE49-F238E27FC236}">
                <a16:creationId xmlns:a16="http://schemas.microsoft.com/office/drawing/2014/main" id="{255DA0B6-FDE6-18BC-4383-504DDC2FC13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902C9EB0-58D0-0688-3A6F-8B104C497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5F01DA-AEE9-9C29-6EB9-8A00EE562D9E}"/>
              </a:ext>
            </a:extLst>
          </p:cNvPr>
          <p:cNvSpPr txBox="1"/>
          <p:nvPr/>
        </p:nvSpPr>
        <p:spPr>
          <a:xfrm>
            <a:off x="1506728" y="1754054"/>
            <a:ext cx="10213323" cy="2492990"/>
          </a:xfrm>
          <a:prstGeom prst="rect">
            <a:avLst/>
          </a:prstGeom>
          <a:noFill/>
        </p:spPr>
        <p:txBody>
          <a:bodyPr wrap="square" rtlCol="0">
            <a:spAutoFit/>
          </a:bodyPr>
          <a:lstStyle/>
          <a:p>
            <a:pPr>
              <a:lnSpc>
                <a:spcPct val="150000"/>
              </a:lnSpc>
            </a:pPr>
            <a:r>
              <a:rPr lang="en-US" sz="2400" b="1">
                <a:solidFill>
                  <a:schemeClr val="bg1"/>
                </a:solidFill>
                <a:latin typeface="Cambria" panose="02040503050406030204" pitchFamily="18" charset="0"/>
                <a:ea typeface="Cambria" panose="02040503050406030204" pitchFamily="18" charset="0"/>
              </a:rPr>
              <a:t>SQLite:</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là một cơ sở dữ liệu quan hệ nhúng, mạnh mẽ để lưu trữ dữ liệu có</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cấu trúc dạng bảng.</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Sử dụng thư viện sqflite để tương tác.</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Phù hợp cho danh sách bài viết, sản phẩm, lịch sử giao dịch...</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Yêu cầu viết các câu lệnh SQL thuần túy.</a:t>
            </a:r>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8952543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17CE-784D-AE57-92F4-2B26E381D5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76F7533-284E-54AA-8C88-1E110AE3644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671CEA2-1E09-B1B3-8542-AE7E679D252C}"/>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8</a:t>
            </a:r>
          </a:p>
        </p:txBody>
      </p:sp>
      <p:sp>
        <p:nvSpPr>
          <p:cNvPr id="7" name="Title 10">
            <a:extLst>
              <a:ext uri="{FF2B5EF4-FFF2-40B4-BE49-F238E27FC236}">
                <a16:creationId xmlns:a16="http://schemas.microsoft.com/office/drawing/2014/main" id="{2CA28E3F-5F7B-E7FB-C253-ADA123886B3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5E2446E-8C03-1D7D-7293-5B900CBA7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5CEDA50-BC02-E304-3BDE-D5CC6FB3107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19162"/>
          <a:stretch>
            <a:fillRect/>
          </a:stretch>
        </p:blipFill>
        <p:spPr>
          <a:xfrm>
            <a:off x="4437193" y="1540635"/>
            <a:ext cx="3603722" cy="4054662"/>
          </a:xfrm>
          <a:prstGeom prst="rect">
            <a:avLst/>
          </a:prstGeom>
        </p:spPr>
      </p:pic>
      <p:sp>
        <p:nvSpPr>
          <p:cNvPr id="6" name="TextBox 5">
            <a:extLst>
              <a:ext uri="{FF2B5EF4-FFF2-40B4-BE49-F238E27FC236}">
                <a16:creationId xmlns:a16="http://schemas.microsoft.com/office/drawing/2014/main" id="{E0B8C43F-BDF7-3770-562C-F44757CEEA6C}"/>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“product_model.dart” định nghĩa lớp dữ liệu Product – cấu trúc của 1 sản phẩm trong app </a:t>
            </a:r>
          </a:p>
        </p:txBody>
      </p:sp>
      <p:cxnSp>
        <p:nvCxnSpPr>
          <p:cNvPr id="17" name="Straight Connector 16">
            <a:extLst>
              <a:ext uri="{FF2B5EF4-FFF2-40B4-BE49-F238E27FC236}">
                <a16:creationId xmlns:a16="http://schemas.microsoft.com/office/drawing/2014/main" id="{64A88480-DAFC-7824-D21B-8394C83EA287}"/>
              </a:ext>
            </a:extLst>
          </p:cNvPr>
          <p:cNvCxnSpPr>
            <a:cxnSpLocks/>
          </p:cNvCxnSpPr>
          <p:nvPr/>
        </p:nvCxnSpPr>
        <p:spPr>
          <a:xfrm>
            <a:off x="4151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AC28F2C-A453-4771-6C25-3E5CD390A26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15992"/>
          <a:stretch>
            <a:fillRect/>
          </a:stretch>
        </p:blipFill>
        <p:spPr>
          <a:xfrm>
            <a:off x="530169" y="1434665"/>
            <a:ext cx="3238952" cy="4273569"/>
          </a:xfrm>
          <a:prstGeom prst="rect">
            <a:avLst/>
          </a:prstGeom>
        </p:spPr>
      </p:pic>
      <p:sp>
        <p:nvSpPr>
          <p:cNvPr id="20" name="Rectangle 19">
            <a:extLst>
              <a:ext uri="{FF2B5EF4-FFF2-40B4-BE49-F238E27FC236}">
                <a16:creationId xmlns:a16="http://schemas.microsoft.com/office/drawing/2014/main" id="{4E265211-331F-F4B9-FF04-C87DFA9FB20E}"/>
              </a:ext>
            </a:extLst>
          </p:cNvPr>
          <p:cNvSpPr/>
          <p:nvPr/>
        </p:nvSpPr>
        <p:spPr>
          <a:xfrm>
            <a:off x="638629" y="3570514"/>
            <a:ext cx="3130491" cy="246743"/>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E068EB3C-49CB-0556-5138-AEE3F9CA63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51965">
            <a:off x="3502725" y="2960678"/>
            <a:ext cx="602463" cy="501343"/>
          </a:xfrm>
          <a:prstGeom prst="rect">
            <a:avLst/>
          </a:prstGeom>
        </p:spPr>
      </p:pic>
      <p:cxnSp>
        <p:nvCxnSpPr>
          <p:cNvPr id="2" name="Straight Connector 1">
            <a:extLst>
              <a:ext uri="{FF2B5EF4-FFF2-40B4-BE49-F238E27FC236}">
                <a16:creationId xmlns:a16="http://schemas.microsoft.com/office/drawing/2014/main" id="{93C2C1AF-8A99-D1F0-9495-11F235D7F0FB}"/>
              </a:ext>
            </a:extLst>
          </p:cNvPr>
          <p:cNvCxnSpPr>
            <a:cxnSpLocks/>
          </p:cNvCxnSpPr>
          <p:nvPr/>
        </p:nvCxnSpPr>
        <p:spPr>
          <a:xfrm>
            <a:off x="8215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1862B5C6-F028-7038-CA55-E8B385EDFD5C}"/>
              </a:ext>
            </a:extLst>
          </p:cNvPr>
          <p:cNvSpPr txBox="1"/>
          <p:nvPr/>
        </p:nvSpPr>
        <p:spPr>
          <a:xfrm>
            <a:off x="8327021" y="1699194"/>
            <a:ext cx="3123121"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Các thuộc tính cơ bản của lớp Product</a:t>
            </a: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Hàm tạo cho lớp Product   </a:t>
            </a:r>
          </a:p>
        </p:txBody>
      </p:sp>
    </p:spTree>
    <p:extLst>
      <p:ext uri="{BB962C8B-B14F-4D97-AF65-F5344CB8AC3E}">
        <p14:creationId xmlns:p14="http://schemas.microsoft.com/office/powerpoint/2010/main" val="420924736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4E6E-C806-BB29-8E78-E7A51E6B3B0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46B30DF-9883-6E16-33B3-667AA6701D3B}"/>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CADAC114-00D6-665E-5D77-EB39412B4534}"/>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9</a:t>
            </a:r>
          </a:p>
        </p:txBody>
      </p:sp>
      <p:sp>
        <p:nvSpPr>
          <p:cNvPr id="7" name="Title 10">
            <a:extLst>
              <a:ext uri="{FF2B5EF4-FFF2-40B4-BE49-F238E27FC236}">
                <a16:creationId xmlns:a16="http://schemas.microsoft.com/office/drawing/2014/main" id="{AF75A963-FD22-E2A1-BA17-1C755A23A12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8931F74-6910-E6F9-3CB6-98D5B074B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B558657-7456-C212-4346-B3730CC60209}"/>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“product_model.dart”</a:t>
            </a:r>
          </a:p>
        </p:txBody>
      </p:sp>
      <p:pic>
        <p:nvPicPr>
          <p:cNvPr id="15" name="Picture 14">
            <a:extLst>
              <a:ext uri="{FF2B5EF4-FFF2-40B4-BE49-F238E27FC236}">
                <a16:creationId xmlns:a16="http://schemas.microsoft.com/office/drawing/2014/main" id="{69BB64A7-C85D-02A2-C217-26884987A87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422452" y="1540635"/>
            <a:ext cx="4277322" cy="4210638"/>
          </a:xfrm>
          <a:prstGeom prst="rect">
            <a:avLst/>
          </a:prstGeom>
        </p:spPr>
      </p:pic>
      <p:cxnSp>
        <p:nvCxnSpPr>
          <p:cNvPr id="17" name="Straight Connector 16">
            <a:extLst>
              <a:ext uri="{FF2B5EF4-FFF2-40B4-BE49-F238E27FC236}">
                <a16:creationId xmlns:a16="http://schemas.microsoft.com/office/drawing/2014/main" id="{CB370EC8-3277-A2B3-D475-64180CB34F41}"/>
              </a:ext>
            </a:extLst>
          </p:cNvPr>
          <p:cNvCxnSpPr>
            <a:cxnSpLocks/>
          </p:cNvCxnSpPr>
          <p:nvPr/>
        </p:nvCxnSpPr>
        <p:spPr>
          <a:xfrm>
            <a:off x="4151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8AA856A8-E5D4-486E-9F5F-4DBDD1C92B3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15992"/>
          <a:stretch>
            <a:fillRect/>
          </a:stretch>
        </p:blipFill>
        <p:spPr>
          <a:xfrm>
            <a:off x="530169" y="1434665"/>
            <a:ext cx="3238952" cy="4273569"/>
          </a:xfrm>
          <a:prstGeom prst="rect">
            <a:avLst/>
          </a:prstGeom>
        </p:spPr>
      </p:pic>
      <p:sp>
        <p:nvSpPr>
          <p:cNvPr id="20" name="Rectangle 19">
            <a:extLst>
              <a:ext uri="{FF2B5EF4-FFF2-40B4-BE49-F238E27FC236}">
                <a16:creationId xmlns:a16="http://schemas.microsoft.com/office/drawing/2014/main" id="{AFA65367-A400-FB7A-7A01-1AC37F6BD58B}"/>
              </a:ext>
            </a:extLst>
          </p:cNvPr>
          <p:cNvSpPr/>
          <p:nvPr/>
        </p:nvSpPr>
        <p:spPr>
          <a:xfrm>
            <a:off x="638629" y="3570514"/>
            <a:ext cx="3130491" cy="246743"/>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23FD2A1C-0B60-6911-5474-896C022F29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51965">
            <a:off x="3502725" y="2960678"/>
            <a:ext cx="602463" cy="501343"/>
          </a:xfrm>
          <a:prstGeom prst="rect">
            <a:avLst/>
          </a:prstGeom>
        </p:spPr>
      </p:pic>
      <p:cxnSp>
        <p:nvCxnSpPr>
          <p:cNvPr id="2" name="Straight Connector 1">
            <a:extLst>
              <a:ext uri="{FF2B5EF4-FFF2-40B4-BE49-F238E27FC236}">
                <a16:creationId xmlns:a16="http://schemas.microsoft.com/office/drawing/2014/main" id="{BB3BE60E-7BA7-DAA7-5191-20104798144C}"/>
              </a:ext>
            </a:extLst>
          </p:cNvPr>
          <p:cNvCxnSpPr>
            <a:cxnSpLocks/>
          </p:cNvCxnSpPr>
          <p:nvPr/>
        </p:nvCxnSpPr>
        <p:spPr>
          <a:xfrm>
            <a:off x="8534292" y="1464817"/>
            <a:ext cx="0" cy="4458135"/>
          </a:xfrm>
          <a:prstGeom prst="line">
            <a:avLst/>
          </a:prstGeom>
          <a:ln w="28575"/>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24D9F4F7-BA52-3BA3-DD8A-8C10DF825C1A}"/>
              </a:ext>
            </a:extLst>
          </p:cNvPr>
          <p:cNvSpPr txBox="1"/>
          <p:nvPr/>
        </p:nvSpPr>
        <p:spPr>
          <a:xfrm>
            <a:off x="8699774" y="1540635"/>
            <a:ext cx="2782978" cy="1015663"/>
          </a:xfrm>
          <a:prstGeom prst="rect">
            <a:avLst/>
          </a:prstGeom>
          <a:noFill/>
        </p:spPr>
        <p:txBody>
          <a:bodyPr wrap="square" rtlCol="0">
            <a:spAutoFit/>
          </a:bodyPr>
          <a:lstStyle/>
          <a:p>
            <a:pPr marL="342900" indent="-342900" algn="just">
              <a:buFontTx/>
              <a:buChar char="-"/>
            </a:pPr>
            <a:r>
              <a:rPr lang="en-US" sz="2000">
                <a:solidFill>
                  <a:schemeClr val="bg1"/>
                </a:solidFill>
                <a:latin typeface="Cambria" panose="02040503050406030204" pitchFamily="18" charset="0"/>
                <a:ea typeface="Cambria" panose="02040503050406030204" pitchFamily="18" charset="0"/>
              </a:rPr>
              <a:t>Phương thức chuyển từ đối tượng thành Map </a:t>
            </a:r>
          </a:p>
        </p:txBody>
      </p:sp>
      <p:sp>
        <p:nvSpPr>
          <p:cNvPr id="11" name="TextBox 10">
            <a:extLst>
              <a:ext uri="{FF2B5EF4-FFF2-40B4-BE49-F238E27FC236}">
                <a16:creationId xmlns:a16="http://schemas.microsoft.com/office/drawing/2014/main" id="{55945985-AF61-D2BC-1100-EE0583E4D875}"/>
              </a:ext>
            </a:extLst>
          </p:cNvPr>
          <p:cNvSpPr txBox="1"/>
          <p:nvPr/>
        </p:nvSpPr>
        <p:spPr>
          <a:xfrm>
            <a:off x="8699774" y="3536012"/>
            <a:ext cx="2782978" cy="1015663"/>
          </a:xfrm>
          <a:prstGeom prst="rect">
            <a:avLst/>
          </a:prstGeom>
          <a:noFill/>
        </p:spPr>
        <p:txBody>
          <a:bodyPr wrap="square" rtlCol="0">
            <a:spAutoFit/>
          </a:bodyPr>
          <a:lstStyle/>
          <a:p>
            <a:pPr marL="342900" indent="-342900" algn="just">
              <a:buFontTx/>
              <a:buChar char="-"/>
            </a:pPr>
            <a:r>
              <a:rPr lang="en-US" sz="2000">
                <a:solidFill>
                  <a:schemeClr val="bg1"/>
                </a:solidFill>
                <a:latin typeface="Cambria" panose="02040503050406030204" pitchFamily="18" charset="0"/>
                <a:ea typeface="Cambria" panose="02040503050406030204" pitchFamily="18" charset="0"/>
              </a:rPr>
              <a:t>Phương thức chuyển từ Map thành đối tượng</a:t>
            </a:r>
          </a:p>
        </p:txBody>
      </p:sp>
    </p:spTree>
    <p:extLst>
      <p:ext uri="{BB962C8B-B14F-4D97-AF65-F5344CB8AC3E}">
        <p14:creationId xmlns:p14="http://schemas.microsoft.com/office/powerpoint/2010/main" val="374595446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BDF4-AEEE-A6B0-2DD9-E1A89CF3A8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D12BDD5-39A2-40DA-E19C-F7381A26F5E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82B8F5A-EB60-4866-D5FF-B3EB27D7667F}"/>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10</a:t>
            </a:r>
          </a:p>
        </p:txBody>
      </p:sp>
      <p:sp>
        <p:nvSpPr>
          <p:cNvPr id="7" name="Title 10">
            <a:extLst>
              <a:ext uri="{FF2B5EF4-FFF2-40B4-BE49-F238E27FC236}">
                <a16:creationId xmlns:a16="http://schemas.microsoft.com/office/drawing/2014/main" id="{F944F99F-53FB-D6E9-3D2A-55C85A45809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6443114-2616-3057-7436-B8F090286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D4D158-6A8B-D819-8E4F-756A217E052F}"/>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“db_helper.dart” giúp khởi tạo và cung cấp các phương thức thao tác với cơ sở dữ liệu.</a:t>
            </a:r>
          </a:p>
        </p:txBody>
      </p:sp>
      <p:cxnSp>
        <p:nvCxnSpPr>
          <p:cNvPr id="17" name="Straight Connector 16">
            <a:extLst>
              <a:ext uri="{FF2B5EF4-FFF2-40B4-BE49-F238E27FC236}">
                <a16:creationId xmlns:a16="http://schemas.microsoft.com/office/drawing/2014/main" id="{932568D8-4560-B1E3-5492-B715EC442DE6}"/>
              </a:ext>
            </a:extLst>
          </p:cNvPr>
          <p:cNvCxnSpPr>
            <a:cxnSpLocks/>
          </p:cNvCxnSpPr>
          <p:nvPr/>
        </p:nvCxnSpPr>
        <p:spPr>
          <a:xfrm>
            <a:off x="4599751" y="1308334"/>
            <a:ext cx="0" cy="5093437"/>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76F7DC1-C1BB-64E5-8706-739934B5EAE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15992"/>
          <a:stretch>
            <a:fillRect/>
          </a:stretch>
        </p:blipFill>
        <p:spPr>
          <a:xfrm>
            <a:off x="638629" y="1472046"/>
            <a:ext cx="3238952" cy="4273569"/>
          </a:xfrm>
          <a:prstGeom prst="rect">
            <a:avLst/>
          </a:prstGeom>
        </p:spPr>
      </p:pic>
      <p:sp>
        <p:nvSpPr>
          <p:cNvPr id="20" name="Rectangle 19">
            <a:extLst>
              <a:ext uri="{FF2B5EF4-FFF2-40B4-BE49-F238E27FC236}">
                <a16:creationId xmlns:a16="http://schemas.microsoft.com/office/drawing/2014/main" id="{A0DAA345-6D84-023D-E40D-6A63C7C2F956}"/>
              </a:ext>
            </a:extLst>
          </p:cNvPr>
          <p:cNvSpPr/>
          <p:nvPr/>
        </p:nvSpPr>
        <p:spPr>
          <a:xfrm>
            <a:off x="638629" y="3135033"/>
            <a:ext cx="3238952" cy="294857"/>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D870544F-2E8F-6752-B441-92AE83526A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51965">
            <a:off x="3636200" y="2609025"/>
            <a:ext cx="602463" cy="501343"/>
          </a:xfrm>
          <a:prstGeom prst="rect">
            <a:avLst/>
          </a:prstGeom>
        </p:spPr>
      </p:pic>
      <p:pic>
        <p:nvPicPr>
          <p:cNvPr id="10" name="Picture 9">
            <a:extLst>
              <a:ext uri="{FF2B5EF4-FFF2-40B4-BE49-F238E27FC236}">
                <a16:creationId xmlns:a16="http://schemas.microsoft.com/office/drawing/2014/main" id="{1C363A45-497A-E0B7-98DD-2B3A3602CB11}"/>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068254" y="1556398"/>
            <a:ext cx="5210902" cy="4286848"/>
          </a:xfrm>
          <a:prstGeom prst="rect">
            <a:avLst/>
          </a:prstGeom>
        </p:spPr>
      </p:pic>
    </p:spTree>
    <p:extLst>
      <p:ext uri="{BB962C8B-B14F-4D97-AF65-F5344CB8AC3E}">
        <p14:creationId xmlns:p14="http://schemas.microsoft.com/office/powerpoint/2010/main" val="79546304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18489-C9E2-1622-36DE-76513CD8A5D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972C3EB-AAD3-1C61-C9E8-172337B7758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9E4ED8-59E6-019C-2AD1-6BA67E13D2E8}"/>
              </a:ext>
            </a:extLst>
          </p:cNvPr>
          <p:cNvSpPr txBox="1">
            <a:spLocks/>
          </p:cNvSpPr>
          <p:nvPr/>
        </p:nvSpPr>
        <p:spPr>
          <a:xfrm>
            <a:off x="11216981"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11</a:t>
            </a:r>
          </a:p>
        </p:txBody>
      </p:sp>
      <p:sp>
        <p:nvSpPr>
          <p:cNvPr id="7" name="Title 10">
            <a:extLst>
              <a:ext uri="{FF2B5EF4-FFF2-40B4-BE49-F238E27FC236}">
                <a16:creationId xmlns:a16="http://schemas.microsoft.com/office/drawing/2014/main" id="{7911A0C0-2F78-BCE2-24BE-64F3E4E9C7A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512D8792-27E3-E9BC-56BB-53C1A2B4F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7420AD93-4D1B-F6AC-91CC-A6A9DDE9833C}"/>
              </a:ext>
            </a:extLst>
          </p:cNvPr>
          <p:cNvCxnSpPr>
            <a:cxnSpLocks/>
          </p:cNvCxnSpPr>
          <p:nvPr/>
        </p:nvCxnSpPr>
        <p:spPr>
          <a:xfrm>
            <a:off x="5419610" y="791570"/>
            <a:ext cx="0" cy="5807099"/>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C9B877F0-E481-B38F-8989-D885AAA5DB2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41090" y="1544477"/>
            <a:ext cx="4667901" cy="5087060"/>
          </a:xfrm>
          <a:prstGeom prst="rect">
            <a:avLst/>
          </a:prstGeom>
        </p:spPr>
      </p:pic>
      <p:sp>
        <p:nvSpPr>
          <p:cNvPr id="2" name="TextBox 1">
            <a:extLst>
              <a:ext uri="{FF2B5EF4-FFF2-40B4-BE49-F238E27FC236}">
                <a16:creationId xmlns:a16="http://schemas.microsoft.com/office/drawing/2014/main" id="{FAFF7536-457F-6C26-4D7A-DF44D6136EFC}"/>
              </a:ext>
            </a:extLst>
          </p:cNvPr>
          <p:cNvSpPr txBox="1"/>
          <p:nvPr/>
        </p:nvSpPr>
        <p:spPr>
          <a:xfrm>
            <a:off x="471949" y="636349"/>
            <a:ext cx="3421931" cy="823944"/>
          </a:xfrm>
          <a:prstGeom prst="rect">
            <a:avLst/>
          </a:prstGeom>
          <a:noFill/>
        </p:spPr>
        <p:txBody>
          <a:bodyPr wrap="square" rtlCol="0">
            <a:spAutoFit/>
          </a:bodyPr>
          <a:lstStyle/>
          <a:p>
            <a:pPr marL="342900" indent="-342900">
              <a:lnSpc>
                <a:spcPct val="125000"/>
              </a:lnSpc>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“db_helper”</a:t>
            </a:r>
          </a:p>
          <a:p>
            <a:pPr marL="342900" indent="-342900">
              <a:lnSpc>
                <a:spcPct val="125000"/>
              </a:lnSpc>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Khởi tạo cơ sở dữ liệu:</a:t>
            </a:r>
          </a:p>
        </p:txBody>
      </p:sp>
      <p:sp>
        <p:nvSpPr>
          <p:cNvPr id="11" name="TextBox 10">
            <a:extLst>
              <a:ext uri="{FF2B5EF4-FFF2-40B4-BE49-F238E27FC236}">
                <a16:creationId xmlns:a16="http://schemas.microsoft.com/office/drawing/2014/main" id="{8275232E-7FDA-61D1-29E1-9100AE52ED12}"/>
              </a:ext>
            </a:extLst>
          </p:cNvPr>
          <p:cNvSpPr txBox="1"/>
          <p:nvPr/>
        </p:nvSpPr>
        <p:spPr>
          <a:xfrm>
            <a:off x="5691565" y="1460293"/>
            <a:ext cx="5807240" cy="4708981"/>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GetDatabasesPath(): </a:t>
            </a:r>
            <a:r>
              <a:rPr lang="vi-VN" sz="2000">
                <a:solidFill>
                  <a:schemeClr val="bg1"/>
                </a:solidFill>
                <a:latin typeface="Cambria" panose="02040503050406030204" pitchFamily="18" charset="0"/>
                <a:ea typeface="Cambria" panose="02040503050406030204" pitchFamily="18" charset="0"/>
              </a:rPr>
              <a:t>Lấy đường dẫn thư mục lưu database.</a:t>
            </a:r>
          </a:p>
          <a:p>
            <a:r>
              <a:rPr lang="en-US" sz="2000">
                <a:solidFill>
                  <a:schemeClr val="bg1"/>
                </a:solidFill>
                <a:latin typeface="Cambria" panose="02040503050406030204" pitchFamily="18" charset="0"/>
                <a:ea typeface="Cambria" panose="02040503050406030204" pitchFamily="18" charset="0"/>
              </a:rPr>
              <a:t>- join(): </a:t>
            </a:r>
            <a:r>
              <a:rPr lang="vi-VN" sz="2000">
                <a:solidFill>
                  <a:schemeClr val="bg1"/>
                </a:solidFill>
                <a:latin typeface="Cambria" panose="02040503050406030204" pitchFamily="18" charset="0"/>
                <a:ea typeface="Cambria" panose="02040503050406030204" pitchFamily="18" charset="0"/>
              </a:rPr>
              <a:t>Tạo đường dẫn đầy đủ</a:t>
            </a:r>
            <a:r>
              <a:rPr lang="en-US" sz="2000">
                <a:solidFill>
                  <a:schemeClr val="bg1"/>
                </a:solidFill>
                <a:latin typeface="Cambria" panose="02040503050406030204" pitchFamily="18" charset="0"/>
                <a:ea typeface="Cambria" panose="02040503050406030204" pitchFamily="18" charset="0"/>
              </a:rPr>
              <a:t> tới</a:t>
            </a:r>
            <a:r>
              <a:rPr lang="vi-VN" sz="2000">
                <a:solidFill>
                  <a:schemeClr val="bg1"/>
                </a:solidFill>
                <a:latin typeface="Cambria" panose="02040503050406030204" pitchFamily="18" charset="0"/>
                <a:ea typeface="Cambria" panose="02040503050406030204" pitchFamily="18" charset="0"/>
              </a:rPr>
              <a:t> products.db để lưu file cơ sở dữ liệu.</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vi-VN" sz="2000">
              <a:solidFill>
                <a:schemeClr val="bg1"/>
              </a:solidFill>
              <a:latin typeface="Cambria" panose="02040503050406030204" pitchFamily="18" charset="0"/>
              <a:ea typeface="Cambria" panose="02040503050406030204" pitchFamily="18" charset="0"/>
            </a:endParaRPr>
          </a:p>
          <a:p>
            <a:br>
              <a:rPr lang="vi-VN" sz="2000">
                <a:solidFill>
                  <a:schemeClr val="bg1"/>
                </a:solidFill>
                <a:latin typeface="Cambria" panose="02040503050406030204" pitchFamily="18" charset="0"/>
                <a:ea typeface="Cambria" panose="02040503050406030204" pitchFamily="18" charset="0"/>
              </a:rPr>
            </a:br>
            <a:r>
              <a:rPr lang="en-US" sz="2000">
                <a:solidFill>
                  <a:schemeClr val="bg1"/>
                </a:solidFill>
                <a:latin typeface="Cambria" panose="02040503050406030204" pitchFamily="18" charset="0"/>
                <a:ea typeface="Cambria" panose="02040503050406030204" pitchFamily="18" charset="0"/>
              </a:rPr>
              <a:t>- openDatabase(): </a:t>
            </a:r>
            <a:r>
              <a:rPr lang="vi-VN" sz="2000">
                <a:solidFill>
                  <a:schemeClr val="bg1"/>
                </a:solidFill>
                <a:latin typeface="Cambria" panose="02040503050406030204" pitchFamily="18" charset="0"/>
                <a:ea typeface="Cambria" panose="02040503050406030204" pitchFamily="18" charset="0"/>
              </a:rPr>
              <a:t>Mở (hoặc tạo mới) database tại path.</a:t>
            </a:r>
          </a:p>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onCreate: callback khi database lần đầu được tạo → tạo bảng products.</a:t>
            </a:r>
          </a:p>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version: 1: đánh số phiên bản DB để sau này nâng cấp (thêm cột, đổi cấu trúc...).</a:t>
            </a:r>
          </a:p>
          <a:p>
            <a:endParaRPr lang="vi-VN" sz="20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6915739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7C7CC-C935-14F0-D77C-2E06CAC155F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6D4DBBF-C492-DB5F-18FC-B977C4EF7D2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D122084D-23BC-89F4-E0E5-38E1087D48A9}"/>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12</a:t>
            </a:r>
          </a:p>
        </p:txBody>
      </p:sp>
      <p:sp>
        <p:nvSpPr>
          <p:cNvPr id="7" name="Title 10">
            <a:extLst>
              <a:ext uri="{FF2B5EF4-FFF2-40B4-BE49-F238E27FC236}">
                <a16:creationId xmlns:a16="http://schemas.microsoft.com/office/drawing/2014/main" id="{45C279D9-46B9-6AE4-0DDC-4C36E252348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17F6FBE6-19B6-60D2-8EB6-4BDB8BB92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C98619-2F56-3BCC-0217-E95EE695B7EB}"/>
              </a:ext>
            </a:extLst>
          </p:cNvPr>
          <p:cNvSpPr txBox="1"/>
          <p:nvPr/>
        </p:nvSpPr>
        <p:spPr>
          <a:xfrm>
            <a:off x="723149" y="973627"/>
            <a:ext cx="537284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Các phương thức thao tác với cơ sở dữ liệu</a:t>
            </a:r>
          </a:p>
        </p:txBody>
      </p:sp>
      <p:cxnSp>
        <p:nvCxnSpPr>
          <p:cNvPr id="17" name="Straight Connector 16">
            <a:extLst>
              <a:ext uri="{FF2B5EF4-FFF2-40B4-BE49-F238E27FC236}">
                <a16:creationId xmlns:a16="http://schemas.microsoft.com/office/drawing/2014/main" id="{6BC71F4C-913E-0A57-2B1B-CF01ACB70E19}"/>
              </a:ext>
            </a:extLst>
          </p:cNvPr>
          <p:cNvCxnSpPr>
            <a:cxnSpLocks/>
          </p:cNvCxnSpPr>
          <p:nvPr/>
        </p:nvCxnSpPr>
        <p:spPr>
          <a:xfrm>
            <a:off x="6225314" y="973627"/>
            <a:ext cx="0" cy="5118811"/>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2D301DB8-64DC-26D2-D78C-3092067DBF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23149" y="1424537"/>
            <a:ext cx="5372850" cy="4667901"/>
          </a:xfrm>
          <a:prstGeom prst="rect">
            <a:avLst/>
          </a:prstGeom>
        </p:spPr>
      </p:pic>
      <p:sp>
        <p:nvSpPr>
          <p:cNvPr id="2" name="TextBox 1">
            <a:extLst>
              <a:ext uri="{FF2B5EF4-FFF2-40B4-BE49-F238E27FC236}">
                <a16:creationId xmlns:a16="http://schemas.microsoft.com/office/drawing/2014/main" id="{E4C13C29-2B81-7B91-F857-165891D09D37}"/>
              </a:ext>
            </a:extLst>
          </p:cNvPr>
          <p:cNvSpPr txBox="1"/>
          <p:nvPr/>
        </p:nvSpPr>
        <p:spPr>
          <a:xfrm>
            <a:off x="6438384" y="1583022"/>
            <a:ext cx="5281915" cy="1593385"/>
          </a:xfrm>
          <a:prstGeom prst="rect">
            <a:avLst/>
          </a:prstGeom>
          <a:noFill/>
        </p:spPr>
        <p:txBody>
          <a:bodyPr wrap="square" rtlCol="0">
            <a:spAutoFit/>
          </a:bodyPr>
          <a:lstStyle/>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insertProduct(): Thêm vào cơ sở dữ liệu</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getAllProducts(): Lấy ra từ cơ sở dữ liệu</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updateProduct(): Cập nhật dữ liệu theo id</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deleteProduct(): Xóa theo id</a:t>
            </a:r>
          </a:p>
        </p:txBody>
      </p:sp>
    </p:spTree>
    <p:extLst>
      <p:ext uri="{BB962C8B-B14F-4D97-AF65-F5344CB8AC3E}">
        <p14:creationId xmlns:p14="http://schemas.microsoft.com/office/powerpoint/2010/main" val="75610417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3E4F-BC4F-A8BC-AC22-71FD93CE8BD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EED5026-4958-228F-AEA4-B6007593BD9D}"/>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CDBFF83-9A53-5D89-B47B-E6E505453E00}"/>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13</a:t>
            </a:r>
          </a:p>
        </p:txBody>
      </p:sp>
      <p:sp>
        <p:nvSpPr>
          <p:cNvPr id="7" name="Title 10">
            <a:extLst>
              <a:ext uri="{FF2B5EF4-FFF2-40B4-BE49-F238E27FC236}">
                <a16:creationId xmlns:a16="http://schemas.microsoft.com/office/drawing/2014/main" id="{B23146C0-C268-F8BD-574F-D0F878F14F6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72B7989-A2A2-0582-1EE5-2465CC90B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1697F1-03AA-C186-C314-D2EDF724BC60}"/>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“main.dart” giúp hiển thị giao diện và thực hiện các thao tác với cơ sở dữ liệu.</a:t>
            </a:r>
          </a:p>
        </p:txBody>
      </p:sp>
      <p:cxnSp>
        <p:nvCxnSpPr>
          <p:cNvPr id="17" name="Straight Connector 16">
            <a:extLst>
              <a:ext uri="{FF2B5EF4-FFF2-40B4-BE49-F238E27FC236}">
                <a16:creationId xmlns:a16="http://schemas.microsoft.com/office/drawing/2014/main" id="{4348FC49-2AD7-9C84-5E24-900EA75A9601}"/>
              </a:ext>
            </a:extLst>
          </p:cNvPr>
          <p:cNvCxnSpPr>
            <a:cxnSpLocks/>
          </p:cNvCxnSpPr>
          <p:nvPr/>
        </p:nvCxnSpPr>
        <p:spPr>
          <a:xfrm>
            <a:off x="4599751" y="1308334"/>
            <a:ext cx="0" cy="5093437"/>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C720D94-3DF5-6C24-A4AC-FB22C3A16A9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15992"/>
          <a:stretch>
            <a:fillRect/>
          </a:stretch>
        </p:blipFill>
        <p:spPr>
          <a:xfrm>
            <a:off x="638629" y="1308334"/>
            <a:ext cx="3238952" cy="4273569"/>
          </a:xfrm>
          <a:prstGeom prst="rect">
            <a:avLst/>
          </a:prstGeom>
        </p:spPr>
      </p:pic>
      <p:sp>
        <p:nvSpPr>
          <p:cNvPr id="20" name="Rectangle 19">
            <a:extLst>
              <a:ext uri="{FF2B5EF4-FFF2-40B4-BE49-F238E27FC236}">
                <a16:creationId xmlns:a16="http://schemas.microsoft.com/office/drawing/2014/main" id="{779F9D02-8618-DA4C-68F6-4379617EB505}"/>
              </a:ext>
            </a:extLst>
          </p:cNvPr>
          <p:cNvSpPr/>
          <p:nvPr/>
        </p:nvSpPr>
        <p:spPr>
          <a:xfrm>
            <a:off x="698479" y="3166281"/>
            <a:ext cx="3179102" cy="278837"/>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39B8ED68-375B-0B88-5ED5-3742F87658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51965">
            <a:off x="3696050" y="2630166"/>
            <a:ext cx="602463" cy="501343"/>
          </a:xfrm>
          <a:prstGeom prst="rect">
            <a:avLst/>
          </a:prstGeom>
        </p:spPr>
      </p:pic>
      <p:sp>
        <p:nvSpPr>
          <p:cNvPr id="10" name="TextBox 9">
            <a:extLst>
              <a:ext uri="{FF2B5EF4-FFF2-40B4-BE49-F238E27FC236}">
                <a16:creationId xmlns:a16="http://schemas.microsoft.com/office/drawing/2014/main" id="{4DB78544-67B0-E950-3CE7-E858266F1A78}"/>
              </a:ext>
            </a:extLst>
          </p:cNvPr>
          <p:cNvSpPr txBox="1"/>
          <p:nvPr/>
        </p:nvSpPr>
        <p:spPr>
          <a:xfrm>
            <a:off x="4722067" y="3753142"/>
            <a:ext cx="5609047" cy="70788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Import các gói và file cần thiết.</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Đảm bảo mở CSDL trước khi chạy giao diện.</a:t>
            </a:r>
          </a:p>
        </p:txBody>
      </p:sp>
      <p:pic>
        <p:nvPicPr>
          <p:cNvPr id="4" name="Picture 3">
            <a:extLst>
              <a:ext uri="{FF2B5EF4-FFF2-40B4-BE49-F238E27FC236}">
                <a16:creationId xmlns:a16="http://schemas.microsoft.com/office/drawing/2014/main" id="{4D3C9760-071A-A239-40B8-FB66A2981132}"/>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29614" y="1402718"/>
            <a:ext cx="6224865" cy="2350423"/>
          </a:xfrm>
          <a:prstGeom prst="rect">
            <a:avLst/>
          </a:prstGeom>
        </p:spPr>
      </p:pic>
    </p:spTree>
    <p:extLst>
      <p:ext uri="{BB962C8B-B14F-4D97-AF65-F5344CB8AC3E}">
        <p14:creationId xmlns:p14="http://schemas.microsoft.com/office/powerpoint/2010/main" val="206049532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BE4-AFA7-65AD-21E4-ADB955F235F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CD53590-8254-680F-2447-6A5757686174}"/>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C0D35EA-F86C-6E48-38A1-92A9B060779B}"/>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14</a:t>
            </a:r>
          </a:p>
        </p:txBody>
      </p:sp>
      <p:sp>
        <p:nvSpPr>
          <p:cNvPr id="7" name="Title 10">
            <a:extLst>
              <a:ext uri="{FF2B5EF4-FFF2-40B4-BE49-F238E27FC236}">
                <a16:creationId xmlns:a16="http://schemas.microsoft.com/office/drawing/2014/main" id="{E95A2A87-DB6C-0061-8719-9463676E81C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1DAF02B-E9A5-B23A-B435-D6C38EBCB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2493F7-BBB8-15D7-DD81-60CEAD094981}"/>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12" name="Picture 11">
            <a:extLst>
              <a:ext uri="{FF2B5EF4-FFF2-40B4-BE49-F238E27FC236}">
                <a16:creationId xmlns:a16="http://schemas.microsoft.com/office/drawing/2014/main" id="{60B27ACB-F349-AE9A-795D-34536C179369}"/>
              </a:ext>
            </a:extLst>
          </p:cNvPr>
          <p:cNvPicPr>
            <a:picLocks noChangeAspect="1"/>
          </p:cNvPicPr>
          <p:nvPr/>
        </p:nvPicPr>
        <p:blipFill>
          <a:blip r:embed="rId4"/>
          <a:stretch>
            <a:fillRect/>
          </a:stretch>
        </p:blipFill>
        <p:spPr>
          <a:xfrm>
            <a:off x="638629" y="1465758"/>
            <a:ext cx="4972744" cy="4201111"/>
          </a:xfrm>
          <a:prstGeom prst="rect">
            <a:avLst/>
          </a:prstGeom>
        </p:spPr>
      </p:pic>
      <p:cxnSp>
        <p:nvCxnSpPr>
          <p:cNvPr id="14" name="Straight Connector 13">
            <a:extLst>
              <a:ext uri="{FF2B5EF4-FFF2-40B4-BE49-F238E27FC236}">
                <a16:creationId xmlns:a16="http://schemas.microsoft.com/office/drawing/2014/main" id="{50CA68DC-F899-C67F-9C05-A081ED03F8C8}"/>
              </a:ext>
            </a:extLst>
          </p:cNvPr>
          <p:cNvCxnSpPr>
            <a:cxnSpLocks/>
          </p:cNvCxnSpPr>
          <p:nvPr/>
        </p:nvCxnSpPr>
        <p:spPr>
          <a:xfrm>
            <a:off x="5611373" y="1465758"/>
            <a:ext cx="0" cy="4514691"/>
          </a:xfrm>
          <a:prstGeom prst="line">
            <a:avLst/>
          </a:prstGeom>
          <a:ln w="28575"/>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57560DA7-6B69-3ED0-6C8D-A38D5BA91C9E}"/>
              </a:ext>
            </a:extLst>
          </p:cNvPr>
          <p:cNvSpPr txBox="1"/>
          <p:nvPr/>
        </p:nvSpPr>
        <p:spPr>
          <a:xfrm>
            <a:off x="5785658" y="1361493"/>
            <a:ext cx="6406342" cy="70788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ProductManager: Tạo widget có thể thay đổi dữ liệu trong quá trình chạy.</a:t>
            </a:r>
          </a:p>
        </p:txBody>
      </p:sp>
      <p:sp>
        <p:nvSpPr>
          <p:cNvPr id="24" name="TextBox 23">
            <a:extLst>
              <a:ext uri="{FF2B5EF4-FFF2-40B4-BE49-F238E27FC236}">
                <a16:creationId xmlns:a16="http://schemas.microsoft.com/office/drawing/2014/main" id="{86CC1071-8CCB-F6EE-7B32-046B64D60FFA}"/>
              </a:ext>
            </a:extLst>
          </p:cNvPr>
          <p:cNvSpPr txBox="1"/>
          <p:nvPr/>
        </p:nvSpPr>
        <p:spPr>
          <a:xfrm>
            <a:off x="5872687" y="2593832"/>
            <a:ext cx="6057997" cy="1015663"/>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TextEditingController(): Lấy input từ TextField.</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products: Lưu danh sách hiện tại hiển thị</a:t>
            </a: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1E3F939F-E41A-2A77-9343-70DC8B7DEC59}"/>
              </a:ext>
            </a:extLst>
          </p:cNvPr>
          <p:cNvSpPr txBox="1"/>
          <p:nvPr/>
        </p:nvSpPr>
        <p:spPr>
          <a:xfrm>
            <a:off x="5785658" y="4071757"/>
            <a:ext cx="6057997" cy="163121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Khi widget khởi tạo, gọi _loadProducts() để đọc products từ CSDL.</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Lấy danh sách từ CSDL rồi cập nhật state (gọi setState để rebuild giao diện).</a:t>
            </a: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5630537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42F7-1D74-DC34-BCD8-B4CEE672102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3D92157-E8E4-4720-02C4-BE9F4CFBCB1E}"/>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5AE4BE7-59FD-DF3E-0148-F3E542C2446F}"/>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15</a:t>
            </a:r>
          </a:p>
        </p:txBody>
      </p:sp>
      <p:sp>
        <p:nvSpPr>
          <p:cNvPr id="7" name="Title 10">
            <a:extLst>
              <a:ext uri="{FF2B5EF4-FFF2-40B4-BE49-F238E27FC236}">
                <a16:creationId xmlns:a16="http://schemas.microsoft.com/office/drawing/2014/main" id="{B72E97EB-DCF3-2054-7889-166005067345}"/>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0A657FE-6593-2990-C613-2A50524BA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099461-94B6-DBD6-0003-3A20B1D4F116}"/>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D9CC20CD-D9C4-1741-7959-AF2DB229BBC7}"/>
              </a:ext>
            </a:extLst>
          </p:cNvPr>
          <p:cNvCxnSpPr>
            <a:cxnSpLocks/>
          </p:cNvCxnSpPr>
          <p:nvPr/>
        </p:nvCxnSpPr>
        <p:spPr>
          <a:xfrm>
            <a:off x="6581665" y="1270967"/>
            <a:ext cx="0" cy="4514691"/>
          </a:xfrm>
          <a:prstGeom prst="line">
            <a:avLst/>
          </a:prstGeom>
          <a:ln w="28575"/>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DD4FDF9C-7415-5F80-F2FC-8D96B93C7821}"/>
              </a:ext>
            </a:extLst>
          </p:cNvPr>
          <p:cNvSpPr txBox="1"/>
          <p:nvPr/>
        </p:nvSpPr>
        <p:spPr>
          <a:xfrm>
            <a:off x="6636257" y="1462980"/>
            <a:ext cx="5501151" cy="1015663"/>
          </a:xfrm>
          <a:prstGeom prst="rect">
            <a:avLst/>
          </a:prstGeom>
          <a:noFill/>
        </p:spPr>
        <p:txBody>
          <a:bodyPr wrap="square" rtlCol="0">
            <a:spAutoFit/>
          </a:bodyPr>
          <a:lstStyle/>
          <a:p>
            <a:pPr marL="342900" indent="-342900">
              <a:buFontTx/>
              <a:buChar char="-"/>
            </a:pPr>
            <a:r>
              <a:rPr lang="vi-VN" sz="2000">
                <a:solidFill>
                  <a:schemeClr val="bg1"/>
                </a:solidFill>
                <a:latin typeface="Cambria" panose="02040503050406030204" pitchFamily="18" charset="0"/>
                <a:ea typeface="Cambria" panose="02040503050406030204" pitchFamily="18" charset="0"/>
              </a:rPr>
              <a:t>_addOrUpdateProduct</a:t>
            </a:r>
            <a:r>
              <a:rPr lang="en-US" sz="2000">
                <a:solidFill>
                  <a:schemeClr val="bg1"/>
                </a:solidFill>
                <a:latin typeface="Cambria" panose="02040503050406030204" pitchFamily="18" charset="0"/>
                <a:ea typeface="Cambria" panose="02040503050406030204" pitchFamily="18" charset="0"/>
              </a:rPr>
              <a:t>(</a:t>
            </a:r>
            <a:r>
              <a:rPr lang="vi-VN" sz="2000">
                <a:solidFill>
                  <a:schemeClr val="bg1"/>
                </a:solidFill>
                <a:latin typeface="Cambria" panose="02040503050406030204" pitchFamily="18" charset="0"/>
                <a:ea typeface="Cambria" panose="02040503050406030204" pitchFamily="18" charset="0"/>
              </a:rPr>
              <a:t>) phục vụ cả thêm và cập nhật: nếu product truyền vào null thì thêm, ngược lại cập nhật.</a:t>
            </a:r>
            <a:endParaRPr lang="en-US" sz="2000">
              <a:solidFill>
                <a:schemeClr val="bg1"/>
              </a:solidFill>
              <a:latin typeface="Cambria" panose="02040503050406030204" pitchFamily="18" charset="0"/>
              <a:ea typeface="Cambria" panose="02040503050406030204" pitchFamily="18" charset="0"/>
            </a:endParaRPr>
          </a:p>
        </p:txBody>
      </p:sp>
      <p:sp>
        <p:nvSpPr>
          <p:cNvPr id="24" name="TextBox 23">
            <a:extLst>
              <a:ext uri="{FF2B5EF4-FFF2-40B4-BE49-F238E27FC236}">
                <a16:creationId xmlns:a16="http://schemas.microsoft.com/office/drawing/2014/main" id="{611B6E80-2748-77A9-C207-A196B0D761F5}"/>
              </a:ext>
            </a:extLst>
          </p:cNvPr>
          <p:cNvSpPr txBox="1"/>
          <p:nvPr/>
        </p:nvSpPr>
        <p:spPr>
          <a:xfrm>
            <a:off x="6690286" y="3155345"/>
            <a:ext cx="5196885" cy="1015663"/>
          </a:xfrm>
          <a:prstGeom prst="rect">
            <a:avLst/>
          </a:prstGeom>
          <a:noFill/>
        </p:spPr>
        <p:txBody>
          <a:bodyPr wrap="square" rtlCol="0">
            <a:spAutoFit/>
          </a:bodyPr>
          <a:lstStyle/>
          <a:p>
            <a:pPr marL="342900" indent="-342900">
              <a:buFontTx/>
              <a:buChar char="-"/>
            </a:pPr>
            <a:r>
              <a:rPr lang="vi-VN" sz="2000">
                <a:solidFill>
                  <a:schemeClr val="bg1"/>
                </a:solidFill>
                <a:latin typeface="Cambria" panose="02040503050406030204" pitchFamily="18" charset="0"/>
                <a:ea typeface="Cambria" panose="02040503050406030204" pitchFamily="18" charset="0"/>
              </a:rPr>
              <a:t>tryParse(Text) chuyển chuỗi sang </a:t>
            </a:r>
            <a:r>
              <a:rPr lang="en-US" sz="2000">
                <a:solidFill>
                  <a:schemeClr val="bg1"/>
                </a:solidFill>
                <a:latin typeface="Cambria" panose="02040503050406030204" pitchFamily="18" charset="0"/>
                <a:ea typeface="Cambria" panose="02040503050406030204" pitchFamily="18" charset="0"/>
              </a:rPr>
              <a:t>kiểu dữ liệu khác </a:t>
            </a:r>
            <a:r>
              <a:rPr lang="vi-VN" sz="2000">
                <a:solidFill>
                  <a:schemeClr val="bg1"/>
                </a:solidFill>
                <a:latin typeface="Cambria" panose="02040503050406030204" pitchFamily="18" charset="0"/>
                <a:ea typeface="Cambria" panose="02040503050406030204" pitchFamily="18" charset="0"/>
              </a:rPr>
              <a:t>(trả null nếu không parse được). </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1A420916-A5BC-2D8D-55A0-CA07D1041EFC}"/>
              </a:ext>
            </a:extLst>
          </p:cNvPr>
          <p:cNvSpPr txBox="1"/>
          <p:nvPr/>
        </p:nvSpPr>
        <p:spPr>
          <a:xfrm>
            <a:off x="6733801" y="4746201"/>
            <a:ext cx="5109856" cy="400110"/>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Nếu có lỗi thì SnackBar hiển thị thông báo</a:t>
            </a:r>
          </a:p>
        </p:txBody>
      </p:sp>
      <p:pic>
        <p:nvPicPr>
          <p:cNvPr id="5" name="Picture 4">
            <a:extLst>
              <a:ext uri="{FF2B5EF4-FFF2-40B4-BE49-F238E27FC236}">
                <a16:creationId xmlns:a16="http://schemas.microsoft.com/office/drawing/2014/main" id="{623AB929-DE5A-F846-A4C7-BADD22811AB5}"/>
              </a:ext>
            </a:extLst>
          </p:cNvPr>
          <p:cNvPicPr>
            <a:picLocks noChangeAspect="1"/>
          </p:cNvPicPr>
          <p:nvPr/>
        </p:nvPicPr>
        <p:blipFill>
          <a:blip r:embed="rId4"/>
          <a:stretch>
            <a:fillRect/>
          </a:stretch>
        </p:blipFill>
        <p:spPr>
          <a:xfrm>
            <a:off x="180259" y="1530441"/>
            <a:ext cx="6249272" cy="4172532"/>
          </a:xfrm>
          <a:prstGeom prst="rect">
            <a:avLst/>
          </a:prstGeom>
        </p:spPr>
      </p:pic>
    </p:spTree>
    <p:extLst>
      <p:ext uri="{BB962C8B-B14F-4D97-AF65-F5344CB8AC3E}">
        <p14:creationId xmlns:p14="http://schemas.microsoft.com/office/powerpoint/2010/main" val="61287252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8D9CC-2012-D34F-7968-14D00CF4FDA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B843DE9-CFDF-D950-8201-2802C5F93685}"/>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0F04199-C3D1-E946-D315-F13D048DFC18}"/>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16</a:t>
            </a:r>
          </a:p>
        </p:txBody>
      </p:sp>
      <p:sp>
        <p:nvSpPr>
          <p:cNvPr id="7" name="Title 10">
            <a:extLst>
              <a:ext uri="{FF2B5EF4-FFF2-40B4-BE49-F238E27FC236}">
                <a16:creationId xmlns:a16="http://schemas.microsoft.com/office/drawing/2014/main" id="{BE2117AD-5F5D-360D-DA1F-3A5E83E67F9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FBA9F2D-5859-5C09-A537-40A5E369D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14CC21D-8DA4-4CB0-EF20-9EB5B7A6F1DD}"/>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E8F7117-A14B-1508-0366-73438027E92D}"/>
              </a:ext>
            </a:extLst>
          </p:cNvPr>
          <p:cNvCxnSpPr>
            <a:cxnSpLocks/>
          </p:cNvCxnSpPr>
          <p:nvPr/>
        </p:nvCxnSpPr>
        <p:spPr>
          <a:xfrm>
            <a:off x="6261101" y="1320425"/>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71309BA0-3208-43C1-3C30-AAF3957C430B}"/>
              </a:ext>
            </a:extLst>
          </p:cNvPr>
          <p:cNvSpPr txBox="1"/>
          <p:nvPr/>
        </p:nvSpPr>
        <p:spPr>
          <a:xfrm>
            <a:off x="6406108" y="1671077"/>
            <a:ext cx="5707675" cy="707886"/>
          </a:xfrm>
          <a:prstGeom prst="rect">
            <a:avLst/>
          </a:prstGeom>
          <a:noFill/>
        </p:spPr>
        <p:txBody>
          <a:bodyPr wrap="square" rtlCol="0">
            <a:spAutoFit/>
          </a:bodyPr>
          <a:lstStyle/>
          <a:p>
            <a:pPr algn="just"/>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Tạo newProduct (nếu update thì product?.id)</a:t>
            </a:r>
            <a:r>
              <a:rPr lang="en-US" sz="2000">
                <a:solidFill>
                  <a:schemeClr val="bg1"/>
                </a:solidFill>
                <a:latin typeface="Cambria" panose="02040503050406030204" pitchFamily="18" charset="0"/>
                <a:ea typeface="Cambria" panose="02040503050406030204" pitchFamily="18" charset="0"/>
              </a:rPr>
              <a:t> trả id cũ)</a:t>
            </a:r>
          </a:p>
        </p:txBody>
      </p:sp>
      <p:sp>
        <p:nvSpPr>
          <p:cNvPr id="26" name="TextBox 25">
            <a:extLst>
              <a:ext uri="{FF2B5EF4-FFF2-40B4-BE49-F238E27FC236}">
                <a16:creationId xmlns:a16="http://schemas.microsoft.com/office/drawing/2014/main" id="{82094FDA-A297-8F41-7524-6C858D3C8D69}"/>
              </a:ext>
            </a:extLst>
          </p:cNvPr>
          <p:cNvSpPr txBox="1"/>
          <p:nvPr/>
        </p:nvSpPr>
        <p:spPr>
          <a:xfrm>
            <a:off x="6445270" y="4050234"/>
            <a:ext cx="5109856"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Hiện SnackBar thông báo thành công.</a:t>
            </a:r>
          </a:p>
        </p:txBody>
      </p:sp>
      <p:pic>
        <p:nvPicPr>
          <p:cNvPr id="11" name="Picture 10">
            <a:extLst>
              <a:ext uri="{FF2B5EF4-FFF2-40B4-BE49-F238E27FC236}">
                <a16:creationId xmlns:a16="http://schemas.microsoft.com/office/drawing/2014/main" id="{A05A4C00-2EBA-E12A-9B76-7FC7961169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99618" y="1320425"/>
            <a:ext cx="5582429" cy="4839375"/>
          </a:xfrm>
          <a:prstGeom prst="rect">
            <a:avLst/>
          </a:prstGeom>
        </p:spPr>
      </p:pic>
      <p:sp>
        <p:nvSpPr>
          <p:cNvPr id="13" name="TextBox 12">
            <a:extLst>
              <a:ext uri="{FF2B5EF4-FFF2-40B4-BE49-F238E27FC236}">
                <a16:creationId xmlns:a16="http://schemas.microsoft.com/office/drawing/2014/main" id="{FE132019-B162-2897-7BE6-18AFDA2253FE}"/>
              </a:ext>
            </a:extLst>
          </p:cNvPr>
          <p:cNvSpPr txBox="1"/>
          <p:nvPr/>
        </p:nvSpPr>
        <p:spPr>
          <a:xfrm>
            <a:off x="6377736" y="1270967"/>
            <a:ext cx="5814264"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Biến “now”: Tạo choỗi thời gian theo định dạng.</a:t>
            </a:r>
          </a:p>
        </p:txBody>
      </p:sp>
      <p:sp>
        <p:nvSpPr>
          <p:cNvPr id="16" name="TextBox 15">
            <a:extLst>
              <a:ext uri="{FF2B5EF4-FFF2-40B4-BE49-F238E27FC236}">
                <a16:creationId xmlns:a16="http://schemas.microsoft.com/office/drawing/2014/main" id="{B3C8F527-02CD-BFB4-A74E-2581DC98AE28}"/>
              </a:ext>
            </a:extLst>
          </p:cNvPr>
          <p:cNvSpPr txBox="1"/>
          <p:nvPr/>
        </p:nvSpPr>
        <p:spPr>
          <a:xfrm>
            <a:off x="6423449" y="3342348"/>
            <a:ext cx="5611318" cy="707886"/>
          </a:xfrm>
          <a:prstGeom prst="rect">
            <a:avLst/>
          </a:prstGeom>
          <a:noFill/>
        </p:spPr>
        <p:txBody>
          <a:bodyPr wrap="square" rtlCol="0">
            <a:spAutoFit/>
          </a:bodyPr>
          <a:lstStyle/>
          <a:p>
            <a:pPr algn="just"/>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Gọi DBHelper.insertProduct hoặc updateProduct tương ứng.</a:t>
            </a:r>
            <a:endParaRPr lang="en-US" sz="2000">
              <a:solidFill>
                <a:schemeClr val="bg1"/>
              </a:solidFill>
              <a:latin typeface="Cambria" panose="02040503050406030204" pitchFamily="18" charset="0"/>
              <a:ea typeface="Cambria" panose="02040503050406030204" pitchFamily="18" charset="0"/>
            </a:endParaRPr>
          </a:p>
        </p:txBody>
      </p:sp>
      <p:sp>
        <p:nvSpPr>
          <p:cNvPr id="19" name="TextBox 18">
            <a:extLst>
              <a:ext uri="{FF2B5EF4-FFF2-40B4-BE49-F238E27FC236}">
                <a16:creationId xmlns:a16="http://schemas.microsoft.com/office/drawing/2014/main" id="{1D25F697-38FF-8A97-E395-B81C8CA87B48}"/>
              </a:ext>
            </a:extLst>
          </p:cNvPr>
          <p:cNvSpPr txBox="1"/>
          <p:nvPr/>
        </p:nvSpPr>
        <p:spPr>
          <a:xfrm>
            <a:off x="6445269" y="5310747"/>
            <a:ext cx="5746731"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Dùng _clearFields() và _loadProducts() để refresh giao diện.</a:t>
            </a:r>
          </a:p>
        </p:txBody>
      </p:sp>
    </p:spTree>
    <p:extLst>
      <p:ext uri="{BB962C8B-B14F-4D97-AF65-F5344CB8AC3E}">
        <p14:creationId xmlns:p14="http://schemas.microsoft.com/office/powerpoint/2010/main" val="397212017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043A-7F20-3A17-DE83-8885591057E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BCC82D8-C39F-3E39-A8DB-9D7D7E583220}"/>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02584B1-FA1C-3397-F790-1842898F9191}"/>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17</a:t>
            </a:r>
          </a:p>
        </p:txBody>
      </p:sp>
      <p:sp>
        <p:nvSpPr>
          <p:cNvPr id="7" name="Title 10">
            <a:extLst>
              <a:ext uri="{FF2B5EF4-FFF2-40B4-BE49-F238E27FC236}">
                <a16:creationId xmlns:a16="http://schemas.microsoft.com/office/drawing/2014/main" id="{72AD1C81-6CF3-798B-08CC-794955B12F6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BE143DC3-3547-22F2-C005-86AF6672F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96DE9F-A51E-D4FA-1EE6-F81582059EDC}"/>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0E710841-991C-C133-3929-67E0B268A1BE}"/>
              </a:ext>
            </a:extLst>
          </p:cNvPr>
          <p:cNvCxnSpPr>
            <a:cxnSpLocks/>
          </p:cNvCxnSpPr>
          <p:nvPr/>
        </p:nvCxnSpPr>
        <p:spPr>
          <a:xfrm>
            <a:off x="5501715" y="1497596"/>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8BB0CAD8-DB66-1D26-526A-F0BE2D3D05DA}"/>
              </a:ext>
            </a:extLst>
          </p:cNvPr>
          <p:cNvSpPr txBox="1"/>
          <p:nvPr/>
        </p:nvSpPr>
        <p:spPr>
          <a:xfrm>
            <a:off x="5628678" y="1630447"/>
            <a:ext cx="6441473"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_deleteProduct(): </a:t>
            </a:r>
            <a:r>
              <a:rPr lang="vi-VN" sz="2000">
                <a:solidFill>
                  <a:schemeClr val="bg1"/>
                </a:solidFill>
                <a:latin typeface="Cambria" panose="02040503050406030204" pitchFamily="18" charset="0"/>
                <a:ea typeface="Cambria" panose="02040503050406030204" pitchFamily="18" charset="0"/>
              </a:rPr>
              <a:t>Xóa product theo id (dùng ! vì id nullable trong model). Sau đó reload danh sách.</a:t>
            </a: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CE58AB5E-C344-0175-D0FC-3FC3B68B3C2C}"/>
              </a:ext>
            </a:extLst>
          </p:cNvPr>
          <p:cNvSpPr txBox="1"/>
          <p:nvPr/>
        </p:nvSpPr>
        <p:spPr>
          <a:xfrm>
            <a:off x="5794042" y="3562382"/>
            <a:ext cx="5109856"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_clearFields(): Xóa nội dung input.</a:t>
            </a:r>
          </a:p>
        </p:txBody>
      </p:sp>
      <p:pic>
        <p:nvPicPr>
          <p:cNvPr id="4" name="Picture 3">
            <a:extLst>
              <a:ext uri="{FF2B5EF4-FFF2-40B4-BE49-F238E27FC236}">
                <a16:creationId xmlns:a16="http://schemas.microsoft.com/office/drawing/2014/main" id="{890335D5-67F0-F099-3E10-34FC01585B8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10010" y="1726355"/>
            <a:ext cx="4296375" cy="3019846"/>
          </a:xfrm>
          <a:prstGeom prst="rect">
            <a:avLst/>
          </a:prstGeom>
        </p:spPr>
      </p:pic>
    </p:spTree>
    <p:extLst>
      <p:ext uri="{BB962C8B-B14F-4D97-AF65-F5344CB8AC3E}">
        <p14:creationId xmlns:p14="http://schemas.microsoft.com/office/powerpoint/2010/main" val="31486277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6E7B-EDB0-3192-B1A4-E967D74BCD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1D78592-F49A-7C5E-09EA-CA76E1F921C9}"/>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5F42E59-F1F4-E871-F3ED-824ED1088650}"/>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18</a:t>
            </a:r>
          </a:p>
        </p:txBody>
      </p:sp>
      <p:sp>
        <p:nvSpPr>
          <p:cNvPr id="7" name="Title 10">
            <a:extLst>
              <a:ext uri="{FF2B5EF4-FFF2-40B4-BE49-F238E27FC236}">
                <a16:creationId xmlns:a16="http://schemas.microsoft.com/office/drawing/2014/main" id="{B6C5661E-D756-3A48-7B1B-C3179490D8E1}"/>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03EC507-06ED-7F35-51E5-5590FA4A0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21906AB-7682-C0BB-78CA-2E26EA8E0082}"/>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48255EA7-41E1-FDBB-D53F-EFC693829DE2}"/>
              </a:ext>
            </a:extLst>
          </p:cNvPr>
          <p:cNvCxnSpPr>
            <a:cxnSpLocks/>
          </p:cNvCxnSpPr>
          <p:nvPr/>
        </p:nvCxnSpPr>
        <p:spPr>
          <a:xfrm>
            <a:off x="5303692" y="1540635"/>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45BB4CF7-5701-C837-7469-5148EEDAF765}"/>
              </a:ext>
            </a:extLst>
          </p:cNvPr>
          <p:cNvSpPr txBox="1"/>
          <p:nvPr/>
        </p:nvSpPr>
        <p:spPr>
          <a:xfrm>
            <a:off x="5474117" y="1490008"/>
            <a:ext cx="6677892" cy="1938992"/>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Hàm _showForm()</a:t>
            </a:r>
            <a:r>
              <a:rPr lang="en-US" sz="2000">
                <a:solidFill>
                  <a:schemeClr val="bg1"/>
                </a:solidFill>
                <a:latin typeface="Cambria" panose="02040503050406030204" pitchFamily="18" charset="0"/>
                <a:ea typeface="Cambria" panose="02040503050406030204" pitchFamily="18" charset="0"/>
              </a:rPr>
              <a:t>:</a:t>
            </a:r>
            <a:r>
              <a:rPr lang="vi-VN" sz="2000">
                <a:solidFill>
                  <a:schemeClr val="bg1"/>
                </a:solidFill>
                <a:latin typeface="Cambria" panose="02040503050406030204" pitchFamily="18" charset="0"/>
                <a:ea typeface="Cambria" panose="02040503050406030204" pitchFamily="18" charset="0"/>
              </a:rPr>
              <a:t> dùng để hiển thị một hộp thoại cho người dùng nhập hoặc sửa thông tin sản phẩm.</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Nếu product == null → form rỗng → thêm sản phẩm mới.</a:t>
            </a:r>
          </a:p>
          <a:p>
            <a:r>
              <a:rPr lang="en-US" sz="2000">
                <a:solidFill>
                  <a:schemeClr val="bg1"/>
                </a:solidFill>
                <a:latin typeface="Cambria" panose="02040503050406030204" pitchFamily="18" charset="0"/>
                <a:ea typeface="Cambria" panose="02040503050406030204" pitchFamily="18" charset="0"/>
              </a:rPr>
              <a:t>- Nếu product != null → form điền sẵn thông tin → cập nhật sản phẩm.</a:t>
            </a:r>
          </a:p>
        </p:txBody>
      </p:sp>
      <p:pic>
        <p:nvPicPr>
          <p:cNvPr id="11" name="Picture 10">
            <a:extLst>
              <a:ext uri="{FF2B5EF4-FFF2-40B4-BE49-F238E27FC236}">
                <a16:creationId xmlns:a16="http://schemas.microsoft.com/office/drawing/2014/main" id="{1AE88D5F-3E8D-06A2-9484-19D7A9F40563}"/>
              </a:ext>
            </a:extLst>
          </p:cNvPr>
          <p:cNvPicPr>
            <a:picLocks noChangeAspect="1"/>
          </p:cNvPicPr>
          <p:nvPr/>
        </p:nvPicPr>
        <p:blipFill>
          <a:blip r:embed="rId4"/>
          <a:stretch>
            <a:fillRect/>
          </a:stretch>
        </p:blipFill>
        <p:spPr>
          <a:xfrm>
            <a:off x="173751" y="1584277"/>
            <a:ext cx="4820323" cy="3772426"/>
          </a:xfrm>
          <a:prstGeom prst="rect">
            <a:avLst/>
          </a:prstGeom>
        </p:spPr>
      </p:pic>
    </p:spTree>
    <p:extLst>
      <p:ext uri="{BB962C8B-B14F-4D97-AF65-F5344CB8AC3E}">
        <p14:creationId xmlns:p14="http://schemas.microsoft.com/office/powerpoint/2010/main" val="27007333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53C67-912B-7D68-81A1-E654DA3469C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778E48E-8C52-5B2C-DB01-26FA6659053F}"/>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3082CC1-2453-3F60-7B7C-3E6CF8D94827}"/>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19</a:t>
            </a:r>
          </a:p>
        </p:txBody>
      </p:sp>
      <p:sp>
        <p:nvSpPr>
          <p:cNvPr id="7" name="Title 10">
            <a:extLst>
              <a:ext uri="{FF2B5EF4-FFF2-40B4-BE49-F238E27FC236}">
                <a16:creationId xmlns:a16="http://schemas.microsoft.com/office/drawing/2014/main" id="{1E2E9E62-A674-6099-B8BC-36B1C1E37073}"/>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2F8D6B1-2CAA-CF58-EB0D-B51D9935D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947613D-E284-B8A4-2DBE-3F45E6691377}"/>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CB73A0B-5D37-FB78-25FF-62A0C7069F11}"/>
              </a:ext>
            </a:extLst>
          </p:cNvPr>
          <p:cNvCxnSpPr>
            <a:cxnSpLocks/>
          </p:cNvCxnSpPr>
          <p:nvPr/>
        </p:nvCxnSpPr>
        <p:spPr>
          <a:xfrm>
            <a:off x="6414728" y="1162621"/>
            <a:ext cx="0" cy="5359104"/>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29D3F63D-1A51-C171-6815-2BBB1CD8883F}"/>
              </a:ext>
            </a:extLst>
          </p:cNvPr>
          <p:cNvSpPr txBox="1"/>
          <p:nvPr/>
        </p:nvSpPr>
        <p:spPr>
          <a:xfrm>
            <a:off x="6612206" y="1162621"/>
            <a:ext cx="5416577"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showDialog() là hàm Flutter hiển thị một</a:t>
            </a:r>
          </a:p>
          <a:p>
            <a:r>
              <a:rPr lang="en-US" sz="2000">
                <a:solidFill>
                  <a:schemeClr val="bg1"/>
                </a:solidFill>
                <a:latin typeface="Cambria" panose="02040503050406030204" pitchFamily="18" charset="0"/>
                <a:ea typeface="Cambria" panose="02040503050406030204" pitchFamily="18" charset="0"/>
              </a:rPr>
              <a:t>hộp thoại nằm trên giao diện hiện tại.</a:t>
            </a: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AlertDialog là kiểu hộp thoại có:</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Tiêu đề (title)</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Nội dung (content)</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Các nút hành động (actions)</a:t>
            </a:r>
          </a:p>
        </p:txBody>
      </p:sp>
      <p:pic>
        <p:nvPicPr>
          <p:cNvPr id="4" name="Picture 3">
            <a:extLst>
              <a:ext uri="{FF2B5EF4-FFF2-40B4-BE49-F238E27FC236}">
                <a16:creationId xmlns:a16="http://schemas.microsoft.com/office/drawing/2014/main" id="{831E0855-DAC1-9977-BEC9-D313022029E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162621"/>
            <a:ext cx="5811061" cy="5420481"/>
          </a:xfrm>
          <a:prstGeom prst="rect">
            <a:avLst/>
          </a:prstGeom>
        </p:spPr>
      </p:pic>
    </p:spTree>
    <p:extLst>
      <p:ext uri="{BB962C8B-B14F-4D97-AF65-F5344CB8AC3E}">
        <p14:creationId xmlns:p14="http://schemas.microsoft.com/office/powerpoint/2010/main" val="46908593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12C9-B713-06E8-ABA7-1FBA8BF11E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2952EC-21F3-907D-C782-B2AFA798B0B7}"/>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2075131-DC41-C007-7DA9-8420879B976E}"/>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20</a:t>
            </a:r>
          </a:p>
        </p:txBody>
      </p:sp>
      <p:sp>
        <p:nvSpPr>
          <p:cNvPr id="7" name="Title 10">
            <a:extLst>
              <a:ext uri="{FF2B5EF4-FFF2-40B4-BE49-F238E27FC236}">
                <a16:creationId xmlns:a16="http://schemas.microsoft.com/office/drawing/2014/main" id="{1A4153D4-92BD-778B-D4CC-496247076A29}"/>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89203E4-C419-8C25-2DF1-C88F69B99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36295E-1D24-D657-E71B-022C0D4BE0C3}"/>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6C5004F7-B89E-86EA-14CF-ABD69F2068E0}"/>
              </a:ext>
            </a:extLst>
          </p:cNvPr>
          <p:cNvCxnSpPr>
            <a:cxnSpLocks/>
          </p:cNvCxnSpPr>
          <p:nvPr/>
        </p:nvCxnSpPr>
        <p:spPr>
          <a:xfrm>
            <a:off x="6096000" y="1081960"/>
            <a:ext cx="0" cy="4325612"/>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FE11523D-A65F-9FDA-954D-6B8F7EF0AC78}"/>
              </a:ext>
            </a:extLst>
          </p:cNvPr>
          <p:cNvSpPr txBox="1"/>
          <p:nvPr/>
        </p:nvSpPr>
        <p:spPr>
          <a:xfrm>
            <a:off x="6414204" y="1182231"/>
            <a:ext cx="5614883"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showDialog() là hàm Flutter hiển thị một hộp thoại nằm trên giao diện hiện tại.</a:t>
            </a: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AlertDialog là kiểu hộp thoại có:</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Tiêu đề (title)</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Nội dung (content)</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Các nút hành động (actions)</a:t>
            </a:r>
          </a:p>
        </p:txBody>
      </p:sp>
      <p:pic>
        <p:nvPicPr>
          <p:cNvPr id="16" name="Picture 15">
            <a:extLst>
              <a:ext uri="{FF2B5EF4-FFF2-40B4-BE49-F238E27FC236}">
                <a16:creationId xmlns:a16="http://schemas.microsoft.com/office/drawing/2014/main" id="{D1B4C096-E334-35B9-6D10-E39E671B508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l="4527"/>
          <a:stretch>
            <a:fillRect/>
          </a:stretch>
        </p:blipFill>
        <p:spPr>
          <a:xfrm>
            <a:off x="638628" y="1260727"/>
            <a:ext cx="5139168" cy="3954739"/>
          </a:xfrm>
          <a:prstGeom prst="rect">
            <a:avLst/>
          </a:prstGeom>
        </p:spPr>
      </p:pic>
    </p:spTree>
    <p:extLst>
      <p:ext uri="{BB962C8B-B14F-4D97-AF65-F5344CB8AC3E}">
        <p14:creationId xmlns:p14="http://schemas.microsoft.com/office/powerpoint/2010/main" val="427812427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ECAD-C52B-B128-90F2-32C7E5A1BC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5212FF1-BC3E-96DA-3A4C-CA6F42FCBE77}"/>
              </a:ext>
            </a:extLst>
          </p:cNvPr>
          <p:cNvSpPr/>
          <p:nvPr/>
        </p:nvSpPr>
        <p:spPr>
          <a:xfrm>
            <a:off x="0" y="2127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9923D86-B945-ED7A-6DF3-D554A5269A24}"/>
              </a:ext>
            </a:extLst>
          </p:cNvPr>
          <p:cNvSpPr txBox="1">
            <a:spLocks/>
          </p:cNvSpPr>
          <p:nvPr/>
        </p:nvSpPr>
        <p:spPr>
          <a:xfrm>
            <a:off x="11216981"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21</a:t>
            </a:r>
          </a:p>
        </p:txBody>
      </p:sp>
      <p:sp>
        <p:nvSpPr>
          <p:cNvPr id="7" name="Title 10">
            <a:extLst>
              <a:ext uri="{FF2B5EF4-FFF2-40B4-BE49-F238E27FC236}">
                <a16:creationId xmlns:a16="http://schemas.microsoft.com/office/drawing/2014/main" id="{33744379-497F-2B87-B07A-387B2B607FE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C62EC43-ED9A-18C2-1867-C5AAE77C3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C46E87-E1ED-9062-C4E6-300AD17B5FA2}"/>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1173529-FFB7-10A5-1533-7E5E541C9A9B}"/>
              </a:ext>
            </a:extLst>
          </p:cNvPr>
          <p:cNvCxnSpPr>
            <a:cxnSpLocks/>
          </p:cNvCxnSpPr>
          <p:nvPr/>
        </p:nvCxnSpPr>
        <p:spPr>
          <a:xfrm>
            <a:off x="5629540" y="1081960"/>
            <a:ext cx="0" cy="5305416"/>
          </a:xfrm>
          <a:prstGeom prst="line">
            <a:avLst/>
          </a:prstGeom>
          <a:ln w="28575"/>
        </p:spPr>
        <p:style>
          <a:lnRef idx="3">
            <a:schemeClr val="dk1"/>
          </a:lnRef>
          <a:fillRef idx="0">
            <a:schemeClr val="dk1"/>
          </a:fillRef>
          <a:effectRef idx="2">
            <a:schemeClr val="dk1"/>
          </a:effectRef>
          <a:fontRef idx="minor">
            <a:schemeClr val="tx1"/>
          </a:fontRef>
        </p:style>
      </p:cxnSp>
      <p:pic>
        <p:nvPicPr>
          <p:cNvPr id="25" name="Picture 24">
            <a:extLst>
              <a:ext uri="{FF2B5EF4-FFF2-40B4-BE49-F238E27FC236}">
                <a16:creationId xmlns:a16="http://schemas.microsoft.com/office/drawing/2014/main" id="{ADF5410C-A621-810A-DD79-869D5A216E2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02660" y="1216309"/>
            <a:ext cx="4884248" cy="3441396"/>
          </a:xfrm>
          <a:prstGeom prst="rect">
            <a:avLst/>
          </a:prstGeom>
        </p:spPr>
      </p:pic>
      <p:pic>
        <p:nvPicPr>
          <p:cNvPr id="27" name="Picture 26">
            <a:extLst>
              <a:ext uri="{FF2B5EF4-FFF2-40B4-BE49-F238E27FC236}">
                <a16:creationId xmlns:a16="http://schemas.microsoft.com/office/drawing/2014/main" id="{6A11C92D-0C8A-0FCA-6921-551AEDAD25DC}"/>
              </a:ext>
            </a:extLst>
          </p:cNvPr>
          <p:cNvPicPr>
            <a:picLocks noChangeAspect="1"/>
          </p:cNvPicPr>
          <p:nvPr/>
        </p:nvPicPr>
        <p:blipFill>
          <a:blip r:embed="rId6"/>
          <a:stretch>
            <a:fillRect/>
          </a:stretch>
        </p:blipFill>
        <p:spPr>
          <a:xfrm>
            <a:off x="6335383" y="3981131"/>
            <a:ext cx="5039166" cy="2406245"/>
          </a:xfrm>
          <a:prstGeom prst="rect">
            <a:avLst/>
          </a:prstGeom>
          <a:ln>
            <a:noFill/>
          </a:ln>
          <a:effectLst>
            <a:outerShdw blurRad="292100" dist="139700" dir="2700000" algn="tl" rotWithShape="0">
              <a:srgbClr val="333333">
                <a:alpha val="65000"/>
              </a:srgbClr>
            </a:outerShdw>
          </a:effectLst>
        </p:spPr>
      </p:pic>
      <p:pic>
        <p:nvPicPr>
          <p:cNvPr id="29" name="Picture 28">
            <a:extLst>
              <a:ext uri="{FF2B5EF4-FFF2-40B4-BE49-F238E27FC236}">
                <a16:creationId xmlns:a16="http://schemas.microsoft.com/office/drawing/2014/main" id="{2699BB5D-2B7A-F092-90B6-8E524FFA997D}"/>
              </a:ext>
            </a:extLst>
          </p:cNvPr>
          <p:cNvPicPr>
            <a:picLocks noChangeAspect="1"/>
          </p:cNvPicPr>
          <p:nvPr/>
        </p:nvPicPr>
        <p:blipFill>
          <a:blip r:embed="rId7"/>
          <a:stretch>
            <a:fillRect/>
          </a:stretch>
        </p:blipFill>
        <p:spPr>
          <a:xfrm>
            <a:off x="6335382" y="1216309"/>
            <a:ext cx="5039166" cy="24232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32585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3CD5-F676-3304-793B-EFADD181459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AF35455-5101-CC4E-ED12-51A29136AF5E}"/>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082CDC-EA69-F86E-3C37-A318597436B2}"/>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22</a:t>
            </a:r>
          </a:p>
        </p:txBody>
      </p:sp>
      <p:sp>
        <p:nvSpPr>
          <p:cNvPr id="7" name="Title 10">
            <a:extLst>
              <a:ext uri="{FF2B5EF4-FFF2-40B4-BE49-F238E27FC236}">
                <a16:creationId xmlns:a16="http://schemas.microsoft.com/office/drawing/2014/main" id="{789CBBFC-0D88-DD4D-E689-3B8485BDF0D7}"/>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1E3FA6B-42C1-F80C-00F0-C0BC42C82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6C61C3-E677-F315-4447-794D2980CE75}"/>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4" name="Picture 3">
            <a:extLst>
              <a:ext uri="{FF2B5EF4-FFF2-40B4-BE49-F238E27FC236}">
                <a16:creationId xmlns:a16="http://schemas.microsoft.com/office/drawing/2014/main" id="{30B103F5-A719-5C8E-B87C-4901D539474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12" name="Picture 11">
            <a:extLst>
              <a:ext uri="{FF2B5EF4-FFF2-40B4-BE49-F238E27FC236}">
                <a16:creationId xmlns:a16="http://schemas.microsoft.com/office/drawing/2014/main" id="{33B28EDF-603A-C65F-0E6E-7A00F576FC0F}"/>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002653" y="1162621"/>
            <a:ext cx="5073433" cy="4338527"/>
          </a:xfrm>
          <a:prstGeom prst="rect">
            <a:avLst/>
          </a:prstGeom>
          <a:ln>
            <a:noFill/>
          </a:ln>
          <a:effectLst>
            <a:outerShdw blurRad="190500" algn="tl" rotWithShape="0">
              <a:srgbClr val="000000">
                <a:alpha val="70000"/>
              </a:srgbClr>
            </a:outerShdw>
          </a:effectLst>
        </p:spPr>
      </p:pic>
      <p:cxnSp>
        <p:nvCxnSpPr>
          <p:cNvPr id="14" name="Straight Connector 13">
            <a:extLst>
              <a:ext uri="{FF2B5EF4-FFF2-40B4-BE49-F238E27FC236}">
                <a16:creationId xmlns:a16="http://schemas.microsoft.com/office/drawing/2014/main" id="{251ACCAD-5216-F1F6-4BDE-C0DE38C9F130}"/>
              </a:ext>
            </a:extLst>
          </p:cNvPr>
          <p:cNvCxnSpPr>
            <a:cxnSpLocks/>
          </p:cNvCxnSpPr>
          <p:nvPr/>
        </p:nvCxnSpPr>
        <p:spPr>
          <a:xfrm>
            <a:off x="6787697" y="962994"/>
            <a:ext cx="0" cy="5310672"/>
          </a:xfrm>
          <a:prstGeom prst="line">
            <a:avLst/>
          </a:prstGeom>
          <a:ln w="2857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43397033"/>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5B8AD-1365-B7AA-9E5C-50166867121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561FD36-9BC5-C839-B977-C435CB3A4E2C}"/>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6E0EA6-DB9E-B587-2AC1-CFEE8A7B7825}"/>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23</a:t>
            </a:r>
          </a:p>
        </p:txBody>
      </p:sp>
      <p:sp>
        <p:nvSpPr>
          <p:cNvPr id="7" name="Title 10">
            <a:extLst>
              <a:ext uri="{FF2B5EF4-FFF2-40B4-BE49-F238E27FC236}">
                <a16:creationId xmlns:a16="http://schemas.microsoft.com/office/drawing/2014/main" id="{64CBF772-844B-2D9A-883C-E6DD83401CB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7B6DA22-4F98-99BB-9D1F-A4D8B8F8B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E26004-BC44-BF85-B3F1-BD60B2EE36AD}"/>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E22F82D3-0D0E-D768-D13A-16C26B7C5AA0}"/>
              </a:ext>
            </a:extLst>
          </p:cNvPr>
          <p:cNvCxnSpPr>
            <a:cxnSpLocks/>
          </p:cNvCxnSpPr>
          <p:nvPr/>
        </p:nvCxnSpPr>
        <p:spPr>
          <a:xfrm>
            <a:off x="6842289" y="962994"/>
            <a:ext cx="0" cy="5452935"/>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4BDD099F-ABD5-E751-09D8-2CF968C0633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5" name="Picture 4">
            <a:extLst>
              <a:ext uri="{FF2B5EF4-FFF2-40B4-BE49-F238E27FC236}">
                <a16:creationId xmlns:a16="http://schemas.microsoft.com/office/drawing/2014/main" id="{8195D56B-23C1-6938-6183-9F36AE74826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5927"/>
          <a:stretch>
            <a:fillRect/>
          </a:stretch>
        </p:blipFill>
        <p:spPr>
          <a:xfrm>
            <a:off x="7039832" y="1066525"/>
            <a:ext cx="4856498" cy="2410656"/>
          </a:xfrm>
          <a:prstGeom prst="rect">
            <a:avLst/>
          </a:prstGeom>
        </p:spPr>
      </p:pic>
      <p:pic>
        <p:nvPicPr>
          <p:cNvPr id="11" name="Picture 10">
            <a:extLst>
              <a:ext uri="{FF2B5EF4-FFF2-40B4-BE49-F238E27FC236}">
                <a16:creationId xmlns:a16="http://schemas.microsoft.com/office/drawing/2014/main" id="{595DD7A6-56A5-D4F9-EAE8-59233E510439}"/>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7039839" y="3582976"/>
            <a:ext cx="4856491" cy="283295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8572927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6624-8B37-C72C-D7F5-73C5788DCF1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29CAF21-3EE1-83D9-7536-12E46947D9C8}"/>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6AC1601-AA70-F903-BFE7-9E7CF49A884D}"/>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24</a:t>
            </a:r>
          </a:p>
        </p:txBody>
      </p:sp>
      <p:sp>
        <p:nvSpPr>
          <p:cNvPr id="7" name="Title 10">
            <a:extLst>
              <a:ext uri="{FF2B5EF4-FFF2-40B4-BE49-F238E27FC236}">
                <a16:creationId xmlns:a16="http://schemas.microsoft.com/office/drawing/2014/main" id="{324F285D-E235-42A9-3789-C0009AEF647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E7E81FE-5FBF-7A5C-D5DC-B0E550BD9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FE7955-29CE-985E-9868-EEFE67226EA1}"/>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4" name="Picture 3">
            <a:extLst>
              <a:ext uri="{FF2B5EF4-FFF2-40B4-BE49-F238E27FC236}">
                <a16:creationId xmlns:a16="http://schemas.microsoft.com/office/drawing/2014/main" id="{9CAC7ABE-6532-571B-0F13-9790A7F6FD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10" name="Picture 9">
            <a:extLst>
              <a:ext uri="{FF2B5EF4-FFF2-40B4-BE49-F238E27FC236}">
                <a16:creationId xmlns:a16="http://schemas.microsoft.com/office/drawing/2014/main" id="{EAC63192-577A-4FE7-75E3-0214D507502F}"/>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974509" y="979687"/>
            <a:ext cx="5002003" cy="2391003"/>
          </a:xfrm>
          <a:prstGeom prst="rect">
            <a:avLst/>
          </a:prstGeom>
        </p:spPr>
      </p:pic>
      <p:pic>
        <p:nvPicPr>
          <p:cNvPr id="13" name="Picture 12">
            <a:extLst>
              <a:ext uri="{FF2B5EF4-FFF2-40B4-BE49-F238E27FC236}">
                <a16:creationId xmlns:a16="http://schemas.microsoft.com/office/drawing/2014/main" id="{342396B0-A7DC-A462-60B3-36395C509307}"/>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b="4025"/>
          <a:stretch>
            <a:fillRect/>
          </a:stretch>
        </p:blipFill>
        <p:spPr>
          <a:xfrm>
            <a:off x="6974508" y="3487311"/>
            <a:ext cx="5002001" cy="2372616"/>
          </a:xfrm>
          <a:prstGeom prst="rect">
            <a:avLst/>
          </a:prstGeom>
          <a:ln>
            <a:noFill/>
          </a:ln>
          <a:effectLst>
            <a:outerShdw blurRad="190500" algn="tl" rotWithShape="0">
              <a:srgbClr val="000000">
                <a:alpha val="70000"/>
              </a:srgbClr>
            </a:outerShdw>
          </a:effectLst>
        </p:spPr>
      </p:pic>
      <p:cxnSp>
        <p:nvCxnSpPr>
          <p:cNvPr id="14" name="Straight Connector 13">
            <a:extLst>
              <a:ext uri="{FF2B5EF4-FFF2-40B4-BE49-F238E27FC236}">
                <a16:creationId xmlns:a16="http://schemas.microsoft.com/office/drawing/2014/main" id="{B38F0CEA-B1BA-B72A-5C5F-33A6BF6D30D0}"/>
              </a:ext>
            </a:extLst>
          </p:cNvPr>
          <p:cNvCxnSpPr>
            <a:cxnSpLocks/>
          </p:cNvCxnSpPr>
          <p:nvPr/>
        </p:nvCxnSpPr>
        <p:spPr>
          <a:xfrm>
            <a:off x="6774049" y="962994"/>
            <a:ext cx="0" cy="5310672"/>
          </a:xfrm>
          <a:prstGeom prst="line">
            <a:avLst/>
          </a:prstGeom>
          <a:ln w="2857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3943550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7BA2-DD30-6588-5255-E3CDD533285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E532248-A146-DEFF-57B8-1C962C48D0C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EECBCF38-A6D9-C9F9-6B10-EB2C23D762FD}"/>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495E4EA-7393-A920-564A-9C1948A5A5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4C3F6888-7845-FC1F-6EFC-BB5DBB12B315}"/>
              </a:ext>
            </a:extLst>
          </p:cNvPr>
          <p:cNvSpPr txBox="1">
            <a:spLocks/>
          </p:cNvSpPr>
          <p:nvPr/>
        </p:nvSpPr>
        <p:spPr>
          <a:xfrm>
            <a:off x="11215249"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25</a:t>
            </a:r>
          </a:p>
        </p:txBody>
      </p:sp>
      <p:sp>
        <p:nvSpPr>
          <p:cNvPr id="12" name="Content Placeholder 2">
            <a:extLst>
              <a:ext uri="{FF2B5EF4-FFF2-40B4-BE49-F238E27FC236}">
                <a16:creationId xmlns:a16="http://schemas.microsoft.com/office/drawing/2014/main" id="{73832615-2955-0AB4-6EC8-D47D3C2779D2}"/>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F39A41EA-8A43-EB43-7249-96FCD20DAAF9}"/>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DBD0EA71-B704-A0AA-935C-4841D7C14566}"/>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D74B174-7650-7B63-4484-7BB3A4BF0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FD7EFF90-03AF-E9C6-8892-C7F74F327646}"/>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76174570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1E87-96CA-28BC-8954-3033B13076A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8A7F0C0-CC27-5860-5D0C-7DDA6A0EF0B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89221C90-A1CF-78BA-5CBF-EEDECD553CDB}"/>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26</a:t>
            </a:r>
          </a:p>
        </p:txBody>
      </p:sp>
      <p:sp>
        <p:nvSpPr>
          <p:cNvPr id="7" name="Title 10">
            <a:extLst>
              <a:ext uri="{FF2B5EF4-FFF2-40B4-BE49-F238E27FC236}">
                <a16:creationId xmlns:a16="http://schemas.microsoft.com/office/drawing/2014/main" id="{54CD3F5D-8D65-5540-41D9-F5F170AB851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F1AE36D3-28A8-6E74-A812-2CAF87F21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4A3CED-E085-8841-D707-7D6A534854E6}"/>
              </a:ext>
            </a:extLst>
          </p:cNvPr>
          <p:cNvSpPr txBox="1"/>
          <p:nvPr/>
        </p:nvSpPr>
        <p:spPr>
          <a:xfrm>
            <a:off x="812381" y="1723136"/>
            <a:ext cx="10639390" cy="2677656"/>
          </a:xfrm>
          <a:prstGeom prst="rect">
            <a:avLst/>
          </a:prstGeom>
          <a:noFill/>
        </p:spPr>
        <p:txBody>
          <a:bodyPr wrap="square" rtlCol="0">
            <a:spAutoFit/>
          </a:bodyPr>
          <a:lstStyle/>
          <a:p>
            <a:r>
              <a:rPr lang="en-US" sz="2400" b="1">
                <a:solidFill>
                  <a:schemeClr val="bg1"/>
                </a:solidFill>
                <a:latin typeface="Cambria" panose="02040503050406030204" pitchFamily="18" charset="0"/>
                <a:ea typeface="Cambria" panose="02040503050406030204" pitchFamily="18" charset="0"/>
              </a:rPr>
              <a:t>Drift:</a:t>
            </a:r>
          </a:p>
          <a:p>
            <a:pPr marL="342900" indent="-342900">
              <a:buFont typeface="Arial" panose="020B0604020202020204" pitchFamily="34" charset="0"/>
              <a:buChar char="•"/>
            </a:pPr>
            <a:r>
              <a:rPr lang="en-US" sz="2400">
                <a:solidFill>
                  <a:schemeClr val="bg1"/>
                </a:solidFill>
                <a:latin typeface="Cambria" panose="02040503050406030204" pitchFamily="18" charset="0"/>
                <a:ea typeface="Cambria" panose="02040503050406030204" pitchFamily="18" charset="0"/>
              </a:rPr>
              <a:t>L</a:t>
            </a:r>
            <a:r>
              <a:rPr lang="vi-VN" sz="2400">
                <a:solidFill>
                  <a:schemeClr val="bg1"/>
                </a:solidFill>
                <a:latin typeface="Cambria" panose="02040503050406030204" pitchFamily="18" charset="0"/>
                <a:ea typeface="Cambria" panose="02040503050406030204" pitchFamily="18" charset="0"/>
              </a:rPr>
              <a:t>à một thư viện ORM (Object-Relational Mapping) mạnh mẽ xây dựng</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trên SQLite.</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Cung cấp API Dart an toàn kiểu (type-safe) để viết truy vấn,</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không cần SQL</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thuần.</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Hỗ trợ streams, migrations tự động và các tính năng nâng cao.</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Yêu cầu thiết lập phức tạp hơn với build_runner</a:t>
            </a:r>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772721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4FDD-ACDC-2246-87A6-C1D3556FBE3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C9FBEDB-5431-3919-BE0F-5CA9DCB4D4D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47FA86A-F7AB-9E41-0D00-FB01DEE155EA}"/>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27</a:t>
            </a:r>
          </a:p>
        </p:txBody>
      </p:sp>
      <p:sp>
        <p:nvSpPr>
          <p:cNvPr id="7" name="Title 10">
            <a:extLst>
              <a:ext uri="{FF2B5EF4-FFF2-40B4-BE49-F238E27FC236}">
                <a16:creationId xmlns:a16="http://schemas.microsoft.com/office/drawing/2014/main" id="{ED37C527-F5DD-B0BF-D949-3ED8BC005D5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BEED629-9F8C-FE7F-E26B-971D15B74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BBF2ED4-818A-7278-FE2D-0548BBC78F04}"/>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“product_table.dart” định nghĩa bảng Products trong cơ sở dữ liệu.</a:t>
            </a:r>
          </a:p>
        </p:txBody>
      </p:sp>
      <p:pic>
        <p:nvPicPr>
          <p:cNvPr id="5" name="Picture 4">
            <a:extLst>
              <a:ext uri="{FF2B5EF4-FFF2-40B4-BE49-F238E27FC236}">
                <a16:creationId xmlns:a16="http://schemas.microsoft.com/office/drawing/2014/main" id="{C16A9689-FBE3-67B4-8045-793E137CBB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523030" y="1226566"/>
            <a:ext cx="5724556" cy="2417278"/>
          </a:xfrm>
          <a:prstGeom prst="rect">
            <a:avLst/>
          </a:prstGeom>
        </p:spPr>
      </p:pic>
      <p:pic>
        <p:nvPicPr>
          <p:cNvPr id="10" name="Picture 9">
            <a:extLst>
              <a:ext uri="{FF2B5EF4-FFF2-40B4-BE49-F238E27FC236}">
                <a16:creationId xmlns:a16="http://schemas.microsoft.com/office/drawing/2014/main" id="{3718CD1A-DE45-E345-C555-CB899623B123}"/>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FBCF7608-0727-BFF3-720A-AF06FDDB8098}"/>
              </a:ext>
            </a:extLst>
          </p:cNvPr>
          <p:cNvCxnSpPr>
            <a:cxnSpLocks/>
          </p:cNvCxnSpPr>
          <p:nvPr/>
        </p:nvCxnSpPr>
        <p:spPr>
          <a:xfrm>
            <a:off x="4293245" y="1135452"/>
            <a:ext cx="0" cy="5074333"/>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D429D254-1066-A7C9-06C6-140B526EAF4E}"/>
              </a:ext>
            </a:extLst>
          </p:cNvPr>
          <p:cNvSpPr/>
          <p:nvPr/>
        </p:nvSpPr>
        <p:spPr>
          <a:xfrm>
            <a:off x="638628" y="3168868"/>
            <a:ext cx="3424831" cy="260131"/>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B26E9BB3-58A3-50EA-B06D-4D8E91026B4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7029497">
            <a:off x="3606336" y="2431824"/>
            <a:ext cx="725617" cy="725617"/>
          </a:xfrm>
          <a:prstGeom prst="rect">
            <a:avLst/>
          </a:prstGeom>
        </p:spPr>
      </p:pic>
      <p:sp>
        <p:nvSpPr>
          <p:cNvPr id="4" name="TextBox 3">
            <a:extLst>
              <a:ext uri="{FF2B5EF4-FFF2-40B4-BE49-F238E27FC236}">
                <a16:creationId xmlns:a16="http://schemas.microsoft.com/office/drawing/2014/main" id="{35197CED-4379-482C-7925-836B5D4A4E7F}"/>
              </a:ext>
            </a:extLst>
          </p:cNvPr>
          <p:cNvSpPr txBox="1"/>
          <p:nvPr/>
        </p:nvSpPr>
        <p:spPr>
          <a:xfrm>
            <a:off x="4523030" y="4003040"/>
            <a:ext cx="6290111"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Drift map class này thành bảng trong SQLite và sinh code tương ứng.</a:t>
            </a:r>
          </a:p>
        </p:txBody>
      </p:sp>
    </p:spTree>
    <p:extLst>
      <p:ext uri="{BB962C8B-B14F-4D97-AF65-F5344CB8AC3E}">
        <p14:creationId xmlns:p14="http://schemas.microsoft.com/office/powerpoint/2010/main" val="383320607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A93F-8E7A-BEFF-B60E-A294979E630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DBE645-C4B8-9482-3914-E20583FE86C1}"/>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11BDC18-04D9-FD97-D4D1-0ED9A67099F0}"/>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28</a:t>
            </a:r>
          </a:p>
        </p:txBody>
      </p:sp>
      <p:sp>
        <p:nvSpPr>
          <p:cNvPr id="7" name="Title 10">
            <a:extLst>
              <a:ext uri="{FF2B5EF4-FFF2-40B4-BE49-F238E27FC236}">
                <a16:creationId xmlns:a16="http://schemas.microsoft.com/office/drawing/2014/main" id="{FD7F6C91-3F0D-2AA3-91CD-C20D7801EF3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7A6DC258-DEAA-8C99-7F4D-4DA066A9C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DFFE97-094D-6C6C-C4AE-86C725671121}"/>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“app_database.dart” cấu hình và cung cấp các phương thức thao tác với cơ sở dữ liệu.</a:t>
            </a:r>
          </a:p>
        </p:txBody>
      </p:sp>
      <p:pic>
        <p:nvPicPr>
          <p:cNvPr id="10" name="Picture 9">
            <a:extLst>
              <a:ext uri="{FF2B5EF4-FFF2-40B4-BE49-F238E27FC236}">
                <a16:creationId xmlns:a16="http://schemas.microsoft.com/office/drawing/2014/main" id="{DF65406D-C828-7C1D-B61B-8D533ED3EF0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88A8E7DA-1E3B-A76E-195E-5CE35F2D970F}"/>
              </a:ext>
            </a:extLst>
          </p:cNvPr>
          <p:cNvCxnSpPr>
            <a:cxnSpLocks/>
          </p:cNvCxnSpPr>
          <p:nvPr/>
        </p:nvCxnSpPr>
        <p:spPr>
          <a:xfrm>
            <a:off x="4401931" y="1135452"/>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98B43DCE-A4F9-2FCB-77E2-3DBD4C7B9E65}"/>
              </a:ext>
            </a:extLst>
          </p:cNvPr>
          <p:cNvSpPr/>
          <p:nvPr/>
        </p:nvSpPr>
        <p:spPr>
          <a:xfrm>
            <a:off x="696075" y="2748781"/>
            <a:ext cx="3424831" cy="260131"/>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EE04E548-9B66-0F42-E626-EA84D7A090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029497">
            <a:off x="3606336" y="1946979"/>
            <a:ext cx="725617" cy="725617"/>
          </a:xfrm>
          <a:prstGeom prst="rect">
            <a:avLst/>
          </a:prstGeom>
        </p:spPr>
      </p:pic>
      <p:pic>
        <p:nvPicPr>
          <p:cNvPr id="13" name="Picture 12">
            <a:extLst>
              <a:ext uri="{FF2B5EF4-FFF2-40B4-BE49-F238E27FC236}">
                <a16:creationId xmlns:a16="http://schemas.microsoft.com/office/drawing/2014/main" id="{41C4C603-7936-6761-30E8-1CDA3CDB5FB2}"/>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95347" y="1222162"/>
            <a:ext cx="5315692" cy="5210902"/>
          </a:xfrm>
          <a:prstGeom prst="rect">
            <a:avLst/>
          </a:prstGeom>
        </p:spPr>
      </p:pic>
    </p:spTree>
    <p:extLst>
      <p:ext uri="{BB962C8B-B14F-4D97-AF65-F5344CB8AC3E}">
        <p14:creationId xmlns:p14="http://schemas.microsoft.com/office/powerpoint/2010/main" val="412819688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8B42-8EB7-BFF8-1E37-495F732772E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BBF4B3-93A6-2057-1E41-20145F4EE1F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82674EF-D569-8135-0321-5E9B7F5F80DA}"/>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29</a:t>
            </a:r>
          </a:p>
        </p:txBody>
      </p:sp>
      <p:sp>
        <p:nvSpPr>
          <p:cNvPr id="7" name="Title 10">
            <a:extLst>
              <a:ext uri="{FF2B5EF4-FFF2-40B4-BE49-F238E27FC236}">
                <a16:creationId xmlns:a16="http://schemas.microsoft.com/office/drawing/2014/main" id="{D0A6C8CA-E587-3FE3-70BA-5989F3593D9D}"/>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4D16DF5-6254-676F-FE04-0FF8BE35C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C2E3675-D93F-298D-7A14-581D88171668}"/>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“app_database.dart”</a:t>
            </a:r>
          </a:p>
        </p:txBody>
      </p:sp>
      <p:cxnSp>
        <p:nvCxnSpPr>
          <p:cNvPr id="12" name="Straight Connector 11">
            <a:extLst>
              <a:ext uri="{FF2B5EF4-FFF2-40B4-BE49-F238E27FC236}">
                <a16:creationId xmlns:a16="http://schemas.microsoft.com/office/drawing/2014/main" id="{EC167C46-979E-C7CA-F396-4870241EB341}"/>
              </a:ext>
            </a:extLst>
          </p:cNvPr>
          <p:cNvCxnSpPr>
            <a:cxnSpLocks/>
          </p:cNvCxnSpPr>
          <p:nvPr/>
        </p:nvCxnSpPr>
        <p:spPr>
          <a:xfrm>
            <a:off x="5759438" y="1139856"/>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5216B1D6-C263-7694-6161-225A570807A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92256" y="1226566"/>
            <a:ext cx="5315692" cy="5210902"/>
          </a:xfrm>
          <a:prstGeom prst="rect">
            <a:avLst/>
          </a:prstGeom>
        </p:spPr>
      </p:pic>
      <p:sp>
        <p:nvSpPr>
          <p:cNvPr id="4" name="TextBox 3">
            <a:extLst>
              <a:ext uri="{FF2B5EF4-FFF2-40B4-BE49-F238E27FC236}">
                <a16:creationId xmlns:a16="http://schemas.microsoft.com/office/drawing/2014/main" id="{7D3827E3-1D7B-7963-52DE-FB8984DF3656}"/>
              </a:ext>
            </a:extLst>
          </p:cNvPr>
          <p:cNvSpPr txBox="1"/>
          <p:nvPr/>
        </p:nvSpPr>
        <p:spPr>
          <a:xfrm>
            <a:off x="5991366" y="1135452"/>
            <a:ext cx="5728679" cy="2362826"/>
          </a:xfrm>
          <a:prstGeom prst="rect">
            <a:avLst/>
          </a:prstGeom>
          <a:noFill/>
        </p:spPr>
        <p:txBody>
          <a:bodyPr wrap="square" rtlCol="0">
            <a:spAutoFit/>
          </a:bodyPr>
          <a:lstStyle/>
          <a:p>
            <a:pPr marL="342900" indent="-342900">
              <a:lnSpc>
                <a:spcPct val="125000"/>
              </a:lnSpc>
              <a:buFontTx/>
              <a:buChar char="-"/>
            </a:pPr>
            <a:r>
              <a:rPr lang="vi-VN" sz="2000">
                <a:solidFill>
                  <a:schemeClr val="bg1"/>
                </a:solidFill>
                <a:latin typeface="Cambria" panose="02040503050406030204" pitchFamily="18" charset="0"/>
                <a:ea typeface="Cambria" panose="02040503050406030204" pitchFamily="18" charset="0"/>
              </a:rPr>
              <a:t>@DriftDatabase: Khai báo bảng thuộc </a:t>
            </a:r>
            <a:r>
              <a:rPr lang="en-US" sz="2000">
                <a:solidFill>
                  <a:schemeClr val="bg1"/>
                </a:solidFill>
                <a:latin typeface="Cambria" panose="02040503050406030204" pitchFamily="18" charset="0"/>
                <a:ea typeface="Cambria" panose="02040503050406030204" pitchFamily="18" charset="0"/>
              </a:rPr>
              <a:t>CSDL.</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_$AppDatabase: Lớp sinh tự động.</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schemaVersion: Phiên bản cấu trúc CSDL (dùng khi nâng cấp schema).</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Tạo kết nối đến file SQLite thông qua _openConnection()</a:t>
            </a:r>
          </a:p>
        </p:txBody>
      </p:sp>
    </p:spTree>
    <p:extLst>
      <p:ext uri="{BB962C8B-B14F-4D97-AF65-F5344CB8AC3E}">
        <p14:creationId xmlns:p14="http://schemas.microsoft.com/office/powerpoint/2010/main" val="2868197140"/>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B6448-2888-FDB5-24A2-FD660715029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20DB6E8-C487-219D-5759-E1F3138C655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FB1AAB7-1539-42D1-7E47-E6078646538E}"/>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30</a:t>
            </a:r>
          </a:p>
        </p:txBody>
      </p:sp>
      <p:sp>
        <p:nvSpPr>
          <p:cNvPr id="7" name="Title 10">
            <a:extLst>
              <a:ext uri="{FF2B5EF4-FFF2-40B4-BE49-F238E27FC236}">
                <a16:creationId xmlns:a16="http://schemas.microsoft.com/office/drawing/2014/main" id="{7C5700FE-5FD1-2DAC-C8C0-5F45A602DC2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DE15711-DC74-297C-2759-E95A4DC24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447F734-BD84-DD63-7A39-C292BE8F26E7}"/>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 tạo</a:t>
            </a:r>
            <a:r>
              <a:rPr lang="vi-VN" sz="2000">
                <a:solidFill>
                  <a:schemeClr val="bg1"/>
                </a:solidFill>
                <a:latin typeface="Cambria" panose="02040503050406030204" pitchFamily="18" charset="0"/>
                <a:ea typeface="Cambria" panose="02040503050406030204" pitchFamily="18" charset="0"/>
              </a:rPr>
              <a:t> giao diện người dùng (UI) và </a:t>
            </a:r>
            <a:r>
              <a:rPr lang="en-US" sz="2000">
                <a:solidFill>
                  <a:schemeClr val="bg1"/>
                </a:solidFill>
                <a:latin typeface="Cambria" panose="02040503050406030204" pitchFamily="18" charset="0"/>
                <a:ea typeface="Cambria" panose="02040503050406030204" pitchFamily="18" charset="0"/>
              </a:rPr>
              <a:t>kết nối các phương thức để </a:t>
            </a:r>
            <a:r>
              <a:rPr lang="vi-VN" sz="2000">
                <a:solidFill>
                  <a:schemeClr val="bg1"/>
                </a:solidFill>
                <a:latin typeface="Cambria" panose="02040503050406030204" pitchFamily="18" charset="0"/>
                <a:ea typeface="Cambria" panose="02040503050406030204" pitchFamily="18" charset="0"/>
              </a:rPr>
              <a:t>thao tác với dữ liệu.</a:t>
            </a:r>
            <a:endParaRPr lang="en-US" sz="2000">
              <a:solidFill>
                <a:schemeClr val="bg1"/>
              </a:solidFill>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2DB7936C-A857-C188-5D38-1870466677F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4DC2080A-4F3E-5626-8483-8B154FCB152D}"/>
              </a:ext>
            </a:extLst>
          </p:cNvPr>
          <p:cNvCxnSpPr>
            <a:cxnSpLocks/>
          </p:cNvCxnSpPr>
          <p:nvPr/>
        </p:nvCxnSpPr>
        <p:spPr>
          <a:xfrm>
            <a:off x="4387246" y="1135452"/>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ACEC44C7-9463-61E4-7611-9A44794F2604}"/>
              </a:ext>
            </a:extLst>
          </p:cNvPr>
          <p:cNvSpPr/>
          <p:nvPr/>
        </p:nvSpPr>
        <p:spPr>
          <a:xfrm>
            <a:off x="638629" y="3428999"/>
            <a:ext cx="3424831" cy="192250"/>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2882B94F-B31C-BE44-2307-007A6890E5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029497">
            <a:off x="3548889" y="2627197"/>
            <a:ext cx="725617" cy="725617"/>
          </a:xfrm>
          <a:prstGeom prst="rect">
            <a:avLst/>
          </a:prstGeom>
        </p:spPr>
      </p:pic>
      <p:pic>
        <p:nvPicPr>
          <p:cNvPr id="5" name="Picture 4">
            <a:extLst>
              <a:ext uri="{FF2B5EF4-FFF2-40B4-BE49-F238E27FC236}">
                <a16:creationId xmlns:a16="http://schemas.microsoft.com/office/drawing/2014/main" id="{E322C814-4E23-03ED-6FDC-B29CCAC2D00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45242" y="1203109"/>
            <a:ext cx="5087060" cy="5229955"/>
          </a:xfrm>
          <a:prstGeom prst="rect">
            <a:avLst/>
          </a:prstGeom>
        </p:spPr>
      </p:pic>
    </p:spTree>
    <p:extLst>
      <p:ext uri="{BB962C8B-B14F-4D97-AF65-F5344CB8AC3E}">
        <p14:creationId xmlns:p14="http://schemas.microsoft.com/office/powerpoint/2010/main" val="46318383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9004-130E-31AA-FFB8-2B3F16FA3B0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99045F0-0F68-2FCD-41E6-BDD6CDCE8B98}"/>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FD164BAD-F9CF-4006-95CE-BD1D2ABE6DBE}"/>
              </a:ext>
            </a:extLst>
          </p:cNvPr>
          <p:cNvSpPr txBox="1">
            <a:spLocks/>
          </p:cNvSpPr>
          <p:nvPr/>
        </p:nvSpPr>
        <p:spPr>
          <a:xfrm>
            <a:off x="11201601"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31</a:t>
            </a:r>
          </a:p>
        </p:txBody>
      </p:sp>
      <p:sp>
        <p:nvSpPr>
          <p:cNvPr id="7" name="Title 10">
            <a:extLst>
              <a:ext uri="{FF2B5EF4-FFF2-40B4-BE49-F238E27FC236}">
                <a16:creationId xmlns:a16="http://schemas.microsoft.com/office/drawing/2014/main" id="{670502E4-2728-2053-0800-4D3DB5C5502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1EEB2AB-C494-D7A0-9360-E35533A38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47B80F1-44E6-2D21-DBBE-384A5787D487}"/>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51D915DD-1E0F-7FAD-9980-4F9BBBBDE9DC}"/>
              </a:ext>
            </a:extLst>
          </p:cNvPr>
          <p:cNvCxnSpPr>
            <a:cxnSpLocks/>
          </p:cNvCxnSpPr>
          <p:nvPr/>
        </p:nvCxnSpPr>
        <p:spPr>
          <a:xfrm>
            <a:off x="5540508" y="1074736"/>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97A98F17-1126-80A5-486D-2D5A6B1B7574}"/>
              </a:ext>
            </a:extLst>
          </p:cNvPr>
          <p:cNvSpPr txBox="1"/>
          <p:nvPr/>
        </p:nvSpPr>
        <p:spPr>
          <a:xfrm>
            <a:off x="5784113" y="1135452"/>
            <a:ext cx="6234138"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ProductPage nhận 1 tham số db kiểu AppDatabase để gọi các phương thức.</a:t>
            </a:r>
          </a:p>
        </p:txBody>
      </p:sp>
      <p:pic>
        <p:nvPicPr>
          <p:cNvPr id="13" name="Picture 12">
            <a:extLst>
              <a:ext uri="{FF2B5EF4-FFF2-40B4-BE49-F238E27FC236}">
                <a16:creationId xmlns:a16="http://schemas.microsoft.com/office/drawing/2014/main" id="{FA43C01F-6FC8-EF14-117A-BBA4188F8AEF}"/>
              </a:ext>
            </a:extLst>
          </p:cNvPr>
          <p:cNvPicPr>
            <a:picLocks noChangeAspect="1"/>
          </p:cNvPicPr>
          <p:nvPr/>
        </p:nvPicPr>
        <p:blipFill>
          <a:blip r:embed="rId4"/>
          <a:stretch>
            <a:fillRect/>
          </a:stretch>
        </p:blipFill>
        <p:spPr>
          <a:xfrm>
            <a:off x="406190" y="1269604"/>
            <a:ext cx="5094998" cy="3867661"/>
          </a:xfrm>
          <a:prstGeom prst="rect">
            <a:avLst/>
          </a:prstGeom>
        </p:spPr>
      </p:pic>
      <p:sp>
        <p:nvSpPr>
          <p:cNvPr id="14" name="TextBox 13">
            <a:extLst>
              <a:ext uri="{FF2B5EF4-FFF2-40B4-BE49-F238E27FC236}">
                <a16:creationId xmlns:a16="http://schemas.microsoft.com/office/drawing/2014/main" id="{635E09B4-9E3A-3AE6-FC7F-4CB020566DEF}"/>
              </a:ext>
            </a:extLst>
          </p:cNvPr>
          <p:cNvSpPr txBox="1"/>
          <p:nvPr/>
        </p:nvSpPr>
        <p:spPr>
          <a:xfrm>
            <a:off x="5784113" y="2344189"/>
            <a:ext cx="6234137" cy="2246769"/>
          </a:xfrm>
          <a:prstGeom prst="rect">
            <a:avLst/>
          </a:prstGeom>
          <a:noFill/>
        </p:spPr>
        <p:txBody>
          <a:bodyPr wrap="square" rtlCol="0">
            <a:spAutoFit/>
          </a:bodyPr>
          <a:lstStyle/>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_refresh() để load danh sách lúc widget khởi tạo.</a:t>
            </a:r>
          </a:p>
          <a:p>
            <a:r>
              <a:rPr lang="en-US" sz="2000">
                <a:solidFill>
                  <a:schemeClr val="bg1"/>
                </a:solidFill>
                <a:latin typeface="Cambria" panose="02040503050406030204" pitchFamily="18" charset="0"/>
                <a:ea typeface="Cambria" panose="02040503050406030204" pitchFamily="18" charset="0"/>
              </a:rPr>
              <a:t>- Gán lại _productList bằng widget.db.getAllProducts() và gọi setState() để rebuild lại giao diện.</a:t>
            </a:r>
          </a:p>
        </p:txBody>
      </p:sp>
    </p:spTree>
    <p:extLst>
      <p:ext uri="{BB962C8B-B14F-4D97-AF65-F5344CB8AC3E}">
        <p14:creationId xmlns:p14="http://schemas.microsoft.com/office/powerpoint/2010/main" val="299026480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59FB-85DC-1BD1-96E5-7589C79612D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1F373D4-D53C-23E6-44AB-672C97746F77}"/>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3FAC8E7-5F4B-8BFE-9F87-AA340FE08D82}"/>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32</a:t>
            </a:r>
          </a:p>
        </p:txBody>
      </p:sp>
      <p:sp>
        <p:nvSpPr>
          <p:cNvPr id="7" name="Title 10">
            <a:extLst>
              <a:ext uri="{FF2B5EF4-FFF2-40B4-BE49-F238E27FC236}">
                <a16:creationId xmlns:a16="http://schemas.microsoft.com/office/drawing/2014/main" id="{72818D99-1DF6-FC81-1FA0-F40A62652CD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A7A4DDB-C412-1623-E83D-3A53E7562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0D3CF47-4263-6CEA-09AA-805E141C0AD9}"/>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1" name="Straight Connector 10">
            <a:extLst>
              <a:ext uri="{FF2B5EF4-FFF2-40B4-BE49-F238E27FC236}">
                <a16:creationId xmlns:a16="http://schemas.microsoft.com/office/drawing/2014/main" id="{D0FC3F12-CE67-9B41-51C7-9E437BCC756A}"/>
              </a:ext>
            </a:extLst>
          </p:cNvPr>
          <p:cNvCxnSpPr>
            <a:cxnSpLocks/>
          </p:cNvCxnSpPr>
          <p:nvPr/>
        </p:nvCxnSpPr>
        <p:spPr>
          <a:xfrm>
            <a:off x="7307873" y="960669"/>
            <a:ext cx="0" cy="5460365"/>
          </a:xfrm>
          <a:prstGeom prst="line">
            <a:avLst/>
          </a:prstGeom>
          <a:ln w="28575"/>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7F19C88D-CBCB-4B76-995B-BE8B2008C70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12042" y="1075875"/>
            <a:ext cx="7068536" cy="5229955"/>
          </a:xfrm>
          <a:prstGeom prst="rect">
            <a:avLst/>
          </a:prstGeom>
        </p:spPr>
      </p:pic>
      <p:pic>
        <p:nvPicPr>
          <p:cNvPr id="22" name="Picture 21">
            <a:extLst>
              <a:ext uri="{FF2B5EF4-FFF2-40B4-BE49-F238E27FC236}">
                <a16:creationId xmlns:a16="http://schemas.microsoft.com/office/drawing/2014/main" id="{A02DDF6E-A689-65B6-6488-A1BA41E5292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424819" y="1043474"/>
            <a:ext cx="4650234" cy="2301147"/>
          </a:xfrm>
          <a:prstGeom prst="rect">
            <a:avLst/>
          </a:prstGeom>
          <a:ln>
            <a:noFill/>
          </a:ln>
          <a:effectLst>
            <a:outerShdw blurRad="190500" algn="tl" rotWithShape="0">
              <a:srgbClr val="000000">
                <a:alpha val="70000"/>
              </a:srgbClr>
            </a:outerShdw>
          </a:effectLst>
        </p:spPr>
      </p:pic>
      <p:pic>
        <p:nvPicPr>
          <p:cNvPr id="24" name="Picture 23">
            <a:extLst>
              <a:ext uri="{FF2B5EF4-FFF2-40B4-BE49-F238E27FC236}">
                <a16:creationId xmlns:a16="http://schemas.microsoft.com/office/drawing/2014/main" id="{527F0127-2F4E-9ACA-A978-0A2D35B9C42C}"/>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t="1" b="1227"/>
          <a:stretch>
            <a:fillRect/>
          </a:stretch>
        </p:blipFill>
        <p:spPr>
          <a:xfrm>
            <a:off x="7411163" y="3429000"/>
            <a:ext cx="4677545" cy="230114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5538480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0954F-3888-294A-9F7D-85A53E0F6C8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780C3FC-EC90-B5A2-9CDE-5691172CEE9D}"/>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84E874-3834-C348-4C35-393683BAF6AC}"/>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33</a:t>
            </a:r>
          </a:p>
        </p:txBody>
      </p:sp>
      <p:sp>
        <p:nvSpPr>
          <p:cNvPr id="7" name="Title 10">
            <a:extLst>
              <a:ext uri="{FF2B5EF4-FFF2-40B4-BE49-F238E27FC236}">
                <a16:creationId xmlns:a16="http://schemas.microsoft.com/office/drawing/2014/main" id="{F320915E-1CDD-BD7F-87BC-BD0035B22AC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7F91370-80AE-7562-0FB0-12DB7ADBE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3DD5BED-75E3-A67F-A65E-976573EC87DB}"/>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1E7A0497-0C2D-8722-8F38-66AC932C0136}"/>
              </a:ext>
            </a:extLst>
          </p:cNvPr>
          <p:cNvCxnSpPr>
            <a:cxnSpLocks/>
          </p:cNvCxnSpPr>
          <p:nvPr/>
        </p:nvCxnSpPr>
        <p:spPr>
          <a:xfrm>
            <a:off x="5076484" y="1135452"/>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0C0FF67F-2BCB-BF77-A9DD-A1E8939F2C6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187711"/>
            <a:ext cx="4015680" cy="2300543"/>
          </a:xfrm>
          <a:prstGeom prst="rect">
            <a:avLst/>
          </a:prstGeom>
        </p:spPr>
      </p:pic>
      <p:pic>
        <p:nvPicPr>
          <p:cNvPr id="18" name="Picture 17">
            <a:extLst>
              <a:ext uri="{FF2B5EF4-FFF2-40B4-BE49-F238E27FC236}">
                <a16:creationId xmlns:a16="http://schemas.microsoft.com/office/drawing/2014/main" id="{46D59F0A-1544-66EA-FB6D-822C73B3E31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45552" y="3784258"/>
            <a:ext cx="4077738" cy="2300543"/>
          </a:xfrm>
          <a:prstGeom prst="rect">
            <a:avLst/>
          </a:prstGeom>
        </p:spPr>
      </p:pic>
      <p:pic>
        <p:nvPicPr>
          <p:cNvPr id="20" name="Picture 19">
            <a:extLst>
              <a:ext uri="{FF2B5EF4-FFF2-40B4-BE49-F238E27FC236}">
                <a16:creationId xmlns:a16="http://schemas.microsoft.com/office/drawing/2014/main" id="{A1FFBFEC-450C-4D14-4962-A8F85D0FC12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t="3493" b="1077"/>
          <a:stretch>
            <a:fillRect/>
          </a:stretch>
        </p:blipFill>
        <p:spPr>
          <a:xfrm>
            <a:off x="6143721" y="1187711"/>
            <a:ext cx="4295619" cy="2596547"/>
          </a:xfrm>
          <a:prstGeom prst="rect">
            <a:avLst/>
          </a:prstGeom>
        </p:spPr>
      </p:pic>
      <p:pic>
        <p:nvPicPr>
          <p:cNvPr id="22" name="Picture 21">
            <a:extLst>
              <a:ext uri="{FF2B5EF4-FFF2-40B4-BE49-F238E27FC236}">
                <a16:creationId xmlns:a16="http://schemas.microsoft.com/office/drawing/2014/main" id="{068521CE-B0FB-6E1E-C723-DDECEABA3A3A}"/>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6143726" y="3830357"/>
            <a:ext cx="4295618" cy="2602707"/>
          </a:xfrm>
          <a:prstGeom prst="rect">
            <a:avLst/>
          </a:prstGeom>
        </p:spPr>
      </p:pic>
    </p:spTree>
    <p:extLst>
      <p:ext uri="{BB962C8B-B14F-4D97-AF65-F5344CB8AC3E}">
        <p14:creationId xmlns:p14="http://schemas.microsoft.com/office/powerpoint/2010/main" val="182634944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4474-2BF0-AA31-65ED-DD6B55651B7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DF7D7B1-8D3D-8200-1AED-7EE73265A451}"/>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A5FB858-E3D4-932C-297C-06EC88B582F9}"/>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34</a:t>
            </a:r>
          </a:p>
        </p:txBody>
      </p:sp>
      <p:sp>
        <p:nvSpPr>
          <p:cNvPr id="7" name="Title 10">
            <a:extLst>
              <a:ext uri="{FF2B5EF4-FFF2-40B4-BE49-F238E27FC236}">
                <a16:creationId xmlns:a16="http://schemas.microsoft.com/office/drawing/2014/main" id="{E74AF3F5-0086-F23D-A699-DDB0D6A0D35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0C0BD1A-FDA6-928C-6C0E-2E30D8869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ED51CD-2083-5B22-843F-4C14AE72C30B}"/>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99DAB64B-5B0C-ADB0-E100-A24989649E02}"/>
              </a:ext>
            </a:extLst>
          </p:cNvPr>
          <p:cNvCxnSpPr>
            <a:cxnSpLocks/>
          </p:cNvCxnSpPr>
          <p:nvPr/>
        </p:nvCxnSpPr>
        <p:spPr>
          <a:xfrm>
            <a:off x="6448084" y="1135452"/>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3D180F57-DB8E-2099-0297-A638A7418C9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70002" y="1321058"/>
            <a:ext cx="4124901" cy="1238423"/>
          </a:xfrm>
          <a:prstGeom prst="rect">
            <a:avLst/>
          </a:prstGeom>
        </p:spPr>
      </p:pic>
      <p:pic>
        <p:nvPicPr>
          <p:cNvPr id="10" name="Picture 9">
            <a:extLst>
              <a:ext uri="{FF2B5EF4-FFF2-40B4-BE49-F238E27FC236}">
                <a16:creationId xmlns:a16="http://schemas.microsoft.com/office/drawing/2014/main" id="{C9254430-0683-CDD1-59D3-DE4EBA75F5C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t="6357"/>
          <a:stretch>
            <a:fillRect/>
          </a:stretch>
        </p:blipFill>
        <p:spPr>
          <a:xfrm>
            <a:off x="6843738" y="3536468"/>
            <a:ext cx="4677541" cy="2896596"/>
          </a:xfrm>
          <a:prstGeom prst="rect">
            <a:avLst/>
          </a:prstGeom>
        </p:spPr>
      </p:pic>
      <p:pic>
        <p:nvPicPr>
          <p:cNvPr id="13" name="Picture 12">
            <a:extLst>
              <a:ext uri="{FF2B5EF4-FFF2-40B4-BE49-F238E27FC236}">
                <a16:creationId xmlns:a16="http://schemas.microsoft.com/office/drawing/2014/main" id="{CCE7E186-780B-1B9C-C58D-D53B9387FBB7}"/>
              </a:ext>
            </a:extLst>
          </p:cNvPr>
          <p:cNvPicPr>
            <a:picLocks noChangeAspect="1"/>
          </p:cNvPicPr>
          <p:nvPr/>
        </p:nvPicPr>
        <p:blipFill>
          <a:blip r:embed="rId8"/>
          <a:stretch>
            <a:fillRect/>
          </a:stretch>
        </p:blipFill>
        <p:spPr>
          <a:xfrm>
            <a:off x="470002" y="3436374"/>
            <a:ext cx="5582429" cy="2705478"/>
          </a:xfrm>
          <a:prstGeom prst="rect">
            <a:avLst/>
          </a:prstGeom>
        </p:spPr>
      </p:pic>
      <p:pic>
        <p:nvPicPr>
          <p:cNvPr id="14" name="Picture 13">
            <a:extLst>
              <a:ext uri="{FF2B5EF4-FFF2-40B4-BE49-F238E27FC236}">
                <a16:creationId xmlns:a16="http://schemas.microsoft.com/office/drawing/2014/main" id="{6E96D094-661F-B818-8FC1-A5A867751A6D}"/>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rcRect t="1" b="1227"/>
          <a:stretch>
            <a:fillRect/>
          </a:stretch>
        </p:blipFill>
        <p:spPr>
          <a:xfrm>
            <a:off x="6843738" y="1124943"/>
            <a:ext cx="4677545" cy="2301147"/>
          </a:xfrm>
          <a:prstGeom prst="rect">
            <a:avLst/>
          </a:prstGeom>
          <a:ln>
            <a:noFill/>
          </a:ln>
          <a:effectLst>
            <a:outerShdw blurRad="190500" algn="tl" rotWithShape="0">
              <a:srgbClr val="000000">
                <a:alpha val="70000"/>
              </a:srgbClr>
            </a:outerShdw>
          </a:effectLst>
        </p:spPr>
      </p:pic>
      <p:sp>
        <p:nvSpPr>
          <p:cNvPr id="15" name="Rectangle 14">
            <a:extLst>
              <a:ext uri="{FF2B5EF4-FFF2-40B4-BE49-F238E27FC236}">
                <a16:creationId xmlns:a16="http://schemas.microsoft.com/office/drawing/2014/main" id="{805E71CE-290A-50E5-F2E9-290C7B328773}"/>
              </a:ext>
            </a:extLst>
          </p:cNvPr>
          <p:cNvSpPr/>
          <p:nvPr/>
        </p:nvSpPr>
        <p:spPr>
          <a:xfrm>
            <a:off x="11095893" y="1414859"/>
            <a:ext cx="313636" cy="400110"/>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EAF197A6-9D67-E65D-FFFE-40CE7D6766F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268662">
            <a:off x="11430145" y="1370314"/>
            <a:ext cx="450173" cy="450173"/>
          </a:xfrm>
          <a:prstGeom prst="rect">
            <a:avLst/>
          </a:prstGeom>
        </p:spPr>
      </p:pic>
      <p:sp>
        <p:nvSpPr>
          <p:cNvPr id="19" name="Rectangle 18">
            <a:extLst>
              <a:ext uri="{FF2B5EF4-FFF2-40B4-BE49-F238E27FC236}">
                <a16:creationId xmlns:a16="http://schemas.microsoft.com/office/drawing/2014/main" id="{ADD2485D-BA31-3176-980E-44D9E90286B2}"/>
              </a:ext>
            </a:extLst>
          </p:cNvPr>
          <p:cNvSpPr/>
          <p:nvPr/>
        </p:nvSpPr>
        <p:spPr>
          <a:xfrm>
            <a:off x="6868419" y="6122658"/>
            <a:ext cx="1538599" cy="310406"/>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0" name="Graphic 19" descr="Back with solid fill">
            <a:extLst>
              <a:ext uri="{FF2B5EF4-FFF2-40B4-BE49-F238E27FC236}">
                <a16:creationId xmlns:a16="http://schemas.microsoft.com/office/drawing/2014/main" id="{533BD9B5-11C2-B362-0CF9-A304A7AC04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268662">
            <a:off x="8437885" y="6144789"/>
            <a:ext cx="406140" cy="406140"/>
          </a:xfrm>
          <a:prstGeom prst="rect">
            <a:avLst/>
          </a:prstGeom>
        </p:spPr>
      </p:pic>
    </p:spTree>
    <p:extLst>
      <p:ext uri="{BB962C8B-B14F-4D97-AF65-F5344CB8AC3E}">
        <p14:creationId xmlns:p14="http://schemas.microsoft.com/office/powerpoint/2010/main" val="1977939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60A1-F81F-DB38-710E-030FD61C2A7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D49FF9-F456-A82D-F9D3-6023EBB8C04C}"/>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F016DBB-F459-DA68-625D-34271A9844E3}"/>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35</a:t>
            </a:r>
          </a:p>
        </p:txBody>
      </p:sp>
      <p:sp>
        <p:nvSpPr>
          <p:cNvPr id="7" name="Title 10">
            <a:extLst>
              <a:ext uri="{FF2B5EF4-FFF2-40B4-BE49-F238E27FC236}">
                <a16:creationId xmlns:a16="http://schemas.microsoft.com/office/drawing/2014/main" id="{83316073-6D38-9A3A-19C1-03007392AA2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346A571-ED23-0289-C27D-6940ACEAF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3BCF3DD-B7EF-A664-C417-0AE59AD3861F}"/>
              </a:ext>
            </a:extLst>
          </p:cNvPr>
          <p:cNvSpPr txBox="1"/>
          <p:nvPr/>
        </p:nvSpPr>
        <p:spPr>
          <a:xfrm>
            <a:off x="1007118" y="917789"/>
            <a:ext cx="295246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So sánh:</a:t>
            </a:r>
          </a:p>
        </p:txBody>
      </p:sp>
      <p:graphicFrame>
        <p:nvGraphicFramePr>
          <p:cNvPr id="2" name="Table 1">
            <a:extLst>
              <a:ext uri="{FF2B5EF4-FFF2-40B4-BE49-F238E27FC236}">
                <a16:creationId xmlns:a16="http://schemas.microsoft.com/office/drawing/2014/main" id="{E6CE22F6-2B04-2D61-D910-32578531D7BD}"/>
              </a:ext>
            </a:extLst>
          </p:cNvPr>
          <p:cNvGraphicFramePr>
            <a:graphicFrameLocks noGrp="1"/>
          </p:cNvGraphicFramePr>
          <p:nvPr>
            <p:extLst>
              <p:ext uri="{D42A27DB-BD31-4B8C-83A1-F6EECF244321}">
                <p14:modId xmlns:p14="http://schemas.microsoft.com/office/powerpoint/2010/main" val="3115381798"/>
              </p:ext>
            </p:extLst>
          </p:nvPr>
        </p:nvGraphicFramePr>
        <p:xfrm>
          <a:off x="1610436" y="1591461"/>
          <a:ext cx="9471546" cy="4225041"/>
        </p:xfrm>
        <a:graphic>
          <a:graphicData uri="http://schemas.openxmlformats.org/drawingml/2006/table">
            <a:tbl>
              <a:tblPr firstRow="1" bandRow="1">
                <a:tableStyleId>{D7AC3CCA-C797-4891-BE02-D94E43425B78}</a:tableStyleId>
              </a:tblPr>
              <a:tblGrid>
                <a:gridCol w="2947916">
                  <a:extLst>
                    <a:ext uri="{9D8B030D-6E8A-4147-A177-3AD203B41FA5}">
                      <a16:colId xmlns:a16="http://schemas.microsoft.com/office/drawing/2014/main" val="2564253195"/>
                    </a:ext>
                  </a:extLst>
                </a:gridCol>
                <a:gridCol w="3366448">
                  <a:extLst>
                    <a:ext uri="{9D8B030D-6E8A-4147-A177-3AD203B41FA5}">
                      <a16:colId xmlns:a16="http://schemas.microsoft.com/office/drawing/2014/main" val="2905256297"/>
                    </a:ext>
                  </a:extLst>
                </a:gridCol>
                <a:gridCol w="3157182">
                  <a:extLst>
                    <a:ext uri="{9D8B030D-6E8A-4147-A177-3AD203B41FA5}">
                      <a16:colId xmlns:a16="http://schemas.microsoft.com/office/drawing/2014/main" val="2317794420"/>
                    </a:ext>
                  </a:extLst>
                </a:gridCol>
              </a:tblGrid>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Tiêu chí</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SQLite thuần</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Drift ORM</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226257331"/>
                  </a:ext>
                </a:extLst>
              </a:tr>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Cú pháp</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SQL thủ công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Code Dart type-safe</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899969406"/>
                  </a:ext>
                </a:extLst>
              </a:tr>
              <a:tr h="7907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Dễ bảo trì</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Khó (phải sửa query)</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Dễ (Drift sinh mã tự động)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285416663"/>
                  </a:ext>
                </a:extLst>
              </a:tr>
              <a:tr h="7907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Tính an toàn kiểu dữ liệu</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Không có</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Có kiểm tra kiểu trong compile-time</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65670676"/>
                  </a:ext>
                </a:extLst>
              </a:tr>
              <a:tr h="5203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Migration</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Thủ công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Tự động hỗ trợ versioning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101265866"/>
                  </a:ext>
                </a:extLst>
              </a:tr>
              <a:tr h="723331">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Hiệu năng</a:t>
                      </a:r>
                    </a:p>
                  </a:txBody>
                  <a:tcPr marL="68580" marR="68580" marT="0" marB="0" anchor="ctr">
                    <a:solidFill>
                      <a:schemeClr val="tx1"/>
                    </a:solidFill>
                  </a:tcPr>
                </a:tc>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Nhanh hơn chút</a:t>
                      </a:r>
                    </a:p>
                  </a:txBody>
                  <a:tcPr marL="68580" marR="68580" marT="0" marB="0" anchor="ctr">
                    <a:solidFill>
                      <a:schemeClr val="tx1"/>
                    </a:solidFill>
                  </a:tcPr>
                </a:tc>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Chậm hơn chút (do qua lớp ORM)</a:t>
                      </a:r>
                    </a:p>
                  </a:txBody>
                  <a:tcPr marL="68580" marR="68580" marT="0" marB="0" anchor="ctr">
                    <a:solidFill>
                      <a:schemeClr val="tx1"/>
                    </a:solidFill>
                  </a:tcPr>
                </a:tc>
                <a:extLst>
                  <a:ext uri="{0D108BD9-81ED-4DB2-BD59-A6C34878D82A}">
                    <a16:rowId xmlns:a16="http://schemas.microsoft.com/office/drawing/2014/main" val="2513060036"/>
                  </a:ext>
                </a:extLst>
              </a:tr>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Phù hợp cho</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Ứng dụng nhỏ, ít bảng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Ứng dụng lớn, phức tạp</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484341593"/>
                  </a:ext>
                </a:extLst>
              </a:tr>
            </a:tbl>
          </a:graphicData>
        </a:graphic>
      </p:graphicFrame>
    </p:spTree>
    <p:extLst>
      <p:ext uri="{BB962C8B-B14F-4D97-AF65-F5344CB8AC3E}">
        <p14:creationId xmlns:p14="http://schemas.microsoft.com/office/powerpoint/2010/main" val="1490970860"/>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FA8A-6142-4975-D3AA-A56703B5CC5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4C627A8-2909-9C9B-1F2D-88B57F572CFD}"/>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2EF12968-E361-24CB-E58B-5443B702C4B6}"/>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ECA39AC6-9F44-D81C-BDBE-50B5421B26DE}"/>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5BD3A3ED-90EF-CC15-E0BC-F660FC72E14E}"/>
              </a:ext>
            </a:extLst>
          </p:cNvPr>
          <p:cNvSpPr txBox="1">
            <a:spLocks/>
          </p:cNvSpPr>
          <p:nvPr/>
        </p:nvSpPr>
        <p:spPr>
          <a:xfrm>
            <a:off x="11215249" y="6513896"/>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36</a:t>
            </a:r>
          </a:p>
        </p:txBody>
      </p:sp>
      <p:sp>
        <p:nvSpPr>
          <p:cNvPr id="12" name="Content Placeholder 2">
            <a:extLst>
              <a:ext uri="{FF2B5EF4-FFF2-40B4-BE49-F238E27FC236}">
                <a16:creationId xmlns:a16="http://schemas.microsoft.com/office/drawing/2014/main" id="{FC0E9C2B-9C2A-4CBE-EF73-1F5CFD4D941A}"/>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541847D8-695D-6F35-F23E-D8F45A8038DC}"/>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82934FC0-C7F8-9E59-CA78-1614E6B5E9EC}"/>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90796DC-A7AE-73F4-80FB-48DF190E9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84B132F8-5D79-E9F0-FD93-6AAD1D2F6CA3}"/>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4165573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FEC-22D9-3B59-2143-7E43CEC98FA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90B999D-15CD-38DD-FC3C-9C5234E2CF9A}"/>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6FA3343-F5C5-3AD0-1F2F-61F8878F7386}"/>
              </a:ext>
            </a:extLst>
          </p:cNvPr>
          <p:cNvSpPr txBox="1">
            <a:spLocks/>
          </p:cNvSpPr>
          <p:nvPr/>
        </p:nvSpPr>
        <p:spPr>
          <a:xfrm>
            <a:off x="11216116"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37</a:t>
            </a:r>
          </a:p>
        </p:txBody>
      </p:sp>
      <p:sp>
        <p:nvSpPr>
          <p:cNvPr id="7" name="Title 10">
            <a:extLst>
              <a:ext uri="{FF2B5EF4-FFF2-40B4-BE49-F238E27FC236}">
                <a16:creationId xmlns:a16="http://schemas.microsoft.com/office/drawing/2014/main" id="{9A9F81B0-D9D1-B441-9CC3-61DAA0A7AD05}"/>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DD8AAC9-C71F-1C86-3CF8-2C0065E37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1D81641-30C1-8B58-C5C6-512809ED79C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1063097" y="1676137"/>
            <a:ext cx="4505445" cy="4495756"/>
          </a:xfrm>
          <a:prstGeom prst="rect">
            <a:avLst/>
          </a:prstGeom>
        </p:spPr>
      </p:pic>
      <p:sp>
        <p:nvSpPr>
          <p:cNvPr id="6" name="TextBox 5">
            <a:extLst>
              <a:ext uri="{FF2B5EF4-FFF2-40B4-BE49-F238E27FC236}">
                <a16:creationId xmlns:a16="http://schemas.microsoft.com/office/drawing/2014/main" id="{20FD25C9-F41A-A81B-5DE5-44724C5F75F3}"/>
              </a:ext>
            </a:extLst>
          </p:cNvPr>
          <p:cNvSpPr txBox="1"/>
          <p:nvPr/>
        </p:nvSpPr>
        <p:spPr>
          <a:xfrm>
            <a:off x="638629" y="1202287"/>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Category model:</a:t>
            </a:r>
          </a:p>
        </p:txBody>
      </p:sp>
      <p:pic>
        <p:nvPicPr>
          <p:cNvPr id="2" name="Picture 1">
            <a:extLst>
              <a:ext uri="{FF2B5EF4-FFF2-40B4-BE49-F238E27FC236}">
                <a16:creationId xmlns:a16="http://schemas.microsoft.com/office/drawing/2014/main" id="{08920DFF-317F-E775-0DF8-14339F103362}"/>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292165" y="1720382"/>
            <a:ext cx="4920808" cy="2647334"/>
          </a:xfrm>
          <a:prstGeom prst="rect">
            <a:avLst/>
          </a:prstGeom>
        </p:spPr>
      </p:pic>
      <p:sp>
        <p:nvSpPr>
          <p:cNvPr id="4" name="TextBox 3">
            <a:extLst>
              <a:ext uri="{FF2B5EF4-FFF2-40B4-BE49-F238E27FC236}">
                <a16:creationId xmlns:a16="http://schemas.microsoft.com/office/drawing/2014/main" id="{03013164-D122-A007-29CF-614E371D0DB9}"/>
              </a:ext>
            </a:extLst>
          </p:cNvPr>
          <p:cNvSpPr txBox="1"/>
          <p:nvPr/>
        </p:nvSpPr>
        <p:spPr>
          <a:xfrm>
            <a:off x="5862982" y="1189113"/>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Product model:</a:t>
            </a:r>
          </a:p>
        </p:txBody>
      </p:sp>
      <p:cxnSp>
        <p:nvCxnSpPr>
          <p:cNvPr id="10" name="Straight Connector 9">
            <a:extLst>
              <a:ext uri="{FF2B5EF4-FFF2-40B4-BE49-F238E27FC236}">
                <a16:creationId xmlns:a16="http://schemas.microsoft.com/office/drawing/2014/main" id="{68CBE675-BE7E-CCBB-8156-41DD1B3E7BCC}"/>
              </a:ext>
            </a:extLst>
          </p:cNvPr>
          <p:cNvCxnSpPr>
            <a:cxnSpLocks/>
          </p:cNvCxnSpPr>
          <p:nvPr/>
        </p:nvCxnSpPr>
        <p:spPr>
          <a:xfrm>
            <a:off x="5703422" y="1179871"/>
            <a:ext cx="0" cy="5115599"/>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520C5B3F-6B50-D4D9-CB61-EEF3A52B0690}"/>
              </a:ext>
            </a:extLst>
          </p:cNvPr>
          <p:cNvSpPr txBox="1"/>
          <p:nvPr/>
        </p:nvSpPr>
        <p:spPr>
          <a:xfrm>
            <a:off x="638629" y="757511"/>
            <a:ext cx="3552093"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a:solidFill>
                  <a:schemeClr val="bg1"/>
                </a:solidFill>
                <a:latin typeface="Cambria" panose="02040503050406030204" pitchFamily="18" charset="0"/>
                <a:ea typeface="Cambria" panose="02040503050406030204" pitchFamily="18" charset="0"/>
              </a:rPr>
              <a:t>Với SQLite:</a:t>
            </a:r>
          </a:p>
        </p:txBody>
      </p:sp>
    </p:spTree>
    <p:extLst>
      <p:ext uri="{BB962C8B-B14F-4D97-AF65-F5344CB8AC3E}">
        <p14:creationId xmlns:p14="http://schemas.microsoft.com/office/powerpoint/2010/main" val="12564279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36CF1-0B3D-9BFE-C6A8-B65CB47CDD5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560D070-8168-8355-6CA4-DED049767DF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8147BFF-BA41-118C-D8DB-EF5C83024141}"/>
              </a:ext>
            </a:extLst>
          </p:cNvPr>
          <p:cNvSpPr txBox="1">
            <a:spLocks/>
          </p:cNvSpPr>
          <p:nvPr/>
        </p:nvSpPr>
        <p:spPr>
          <a:xfrm>
            <a:off x="11202468"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38</a:t>
            </a:r>
          </a:p>
        </p:txBody>
      </p:sp>
      <p:sp>
        <p:nvSpPr>
          <p:cNvPr id="7" name="Title 10">
            <a:extLst>
              <a:ext uri="{FF2B5EF4-FFF2-40B4-BE49-F238E27FC236}">
                <a16:creationId xmlns:a16="http://schemas.microsoft.com/office/drawing/2014/main" id="{C72AC84C-A458-0C03-412D-CCC13E7163C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5336107E-D552-26A8-3089-E94159000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912638-3711-B280-2818-AD08C029DBB1}"/>
              </a:ext>
            </a:extLst>
          </p:cNvPr>
          <p:cNvSpPr txBox="1"/>
          <p:nvPr/>
        </p:nvSpPr>
        <p:spPr>
          <a:xfrm>
            <a:off x="673456" y="687930"/>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bảng với SQLite:</a:t>
            </a:r>
          </a:p>
        </p:txBody>
      </p:sp>
      <p:pic>
        <p:nvPicPr>
          <p:cNvPr id="15" name="Picture 14">
            <a:extLst>
              <a:ext uri="{FF2B5EF4-FFF2-40B4-BE49-F238E27FC236}">
                <a16:creationId xmlns:a16="http://schemas.microsoft.com/office/drawing/2014/main" id="{554142E4-DF7C-57B5-669F-F652E2FC960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960064" y="1100408"/>
            <a:ext cx="4582164" cy="5039428"/>
          </a:xfrm>
          <a:prstGeom prst="rect">
            <a:avLst/>
          </a:prstGeom>
        </p:spPr>
      </p:pic>
      <p:cxnSp>
        <p:nvCxnSpPr>
          <p:cNvPr id="4" name="Straight Connector 3">
            <a:extLst>
              <a:ext uri="{FF2B5EF4-FFF2-40B4-BE49-F238E27FC236}">
                <a16:creationId xmlns:a16="http://schemas.microsoft.com/office/drawing/2014/main" id="{0F442806-C74A-72BC-6CB3-B0A72EBE9786}"/>
              </a:ext>
            </a:extLst>
          </p:cNvPr>
          <p:cNvCxnSpPr>
            <a:cxnSpLocks/>
          </p:cNvCxnSpPr>
          <p:nvPr/>
        </p:nvCxnSpPr>
        <p:spPr>
          <a:xfrm>
            <a:off x="5701249" y="687930"/>
            <a:ext cx="0" cy="5826047"/>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49715870-0856-C5BE-2C75-2ED8BFB2AE49}"/>
              </a:ext>
            </a:extLst>
          </p:cNvPr>
          <p:cNvSpPr txBox="1"/>
          <p:nvPr/>
        </p:nvSpPr>
        <p:spPr>
          <a:xfrm>
            <a:off x="5818559" y="673002"/>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bảng với Drift:</a:t>
            </a:r>
          </a:p>
        </p:txBody>
      </p:sp>
      <p:pic>
        <p:nvPicPr>
          <p:cNvPr id="17" name="Picture 16">
            <a:extLst>
              <a:ext uri="{FF2B5EF4-FFF2-40B4-BE49-F238E27FC236}">
                <a16:creationId xmlns:a16="http://schemas.microsoft.com/office/drawing/2014/main" id="{46EEBA49-642B-3E7A-CB16-AF02BA7089BB}"/>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007492" y="1071877"/>
            <a:ext cx="5449060" cy="3153215"/>
          </a:xfrm>
          <a:prstGeom prst="rect">
            <a:avLst/>
          </a:prstGeom>
        </p:spPr>
      </p:pic>
      <p:pic>
        <p:nvPicPr>
          <p:cNvPr id="19" name="Picture 18">
            <a:extLst>
              <a:ext uri="{FF2B5EF4-FFF2-40B4-BE49-F238E27FC236}">
                <a16:creationId xmlns:a16="http://schemas.microsoft.com/office/drawing/2014/main" id="{F275D06B-7D2B-0E36-68B8-EBBA76DD0C70}"/>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993844" y="4170500"/>
            <a:ext cx="4696480" cy="2343477"/>
          </a:xfrm>
          <a:prstGeom prst="rect">
            <a:avLst/>
          </a:prstGeom>
        </p:spPr>
      </p:pic>
    </p:spTree>
    <p:extLst>
      <p:ext uri="{BB962C8B-B14F-4D97-AF65-F5344CB8AC3E}">
        <p14:creationId xmlns:p14="http://schemas.microsoft.com/office/powerpoint/2010/main" val="145929895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7988-0A1F-05D2-599A-EFD3AEDAF0C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B3EB1B-D733-5263-B120-AB43221BE61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6FFF8C2-5B3F-A216-6B23-4D5A7B008E10}"/>
              </a:ext>
            </a:extLst>
          </p:cNvPr>
          <p:cNvSpPr txBox="1">
            <a:spLocks/>
          </p:cNvSpPr>
          <p:nvPr/>
        </p:nvSpPr>
        <p:spPr>
          <a:xfrm>
            <a:off x="11216116"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39</a:t>
            </a:r>
          </a:p>
        </p:txBody>
      </p:sp>
      <p:sp>
        <p:nvSpPr>
          <p:cNvPr id="7" name="Title 10">
            <a:extLst>
              <a:ext uri="{FF2B5EF4-FFF2-40B4-BE49-F238E27FC236}">
                <a16:creationId xmlns:a16="http://schemas.microsoft.com/office/drawing/2014/main" id="{F45DAE8B-07DF-9552-6863-870048BC5879}"/>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3FD1B5C-ED7A-40B9-B6FA-636F9F06C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EA10A8B-FB17-FDDE-CFC9-4399339FFBD7}"/>
              </a:ext>
            </a:extLst>
          </p:cNvPr>
          <p:cNvSpPr txBox="1"/>
          <p:nvPr/>
        </p:nvSpPr>
        <p:spPr>
          <a:xfrm>
            <a:off x="379317" y="1112075"/>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Với SQLite:</a:t>
            </a:r>
          </a:p>
        </p:txBody>
      </p:sp>
      <p:sp>
        <p:nvSpPr>
          <p:cNvPr id="2" name="TextBox 1">
            <a:extLst>
              <a:ext uri="{FF2B5EF4-FFF2-40B4-BE49-F238E27FC236}">
                <a16:creationId xmlns:a16="http://schemas.microsoft.com/office/drawing/2014/main" id="{5E4E7CDE-2FFD-26FE-9EC8-4D2FA7740E52}"/>
              </a:ext>
            </a:extLst>
          </p:cNvPr>
          <p:cNvSpPr txBox="1"/>
          <p:nvPr/>
        </p:nvSpPr>
        <p:spPr>
          <a:xfrm>
            <a:off x="638629" y="656577"/>
            <a:ext cx="11193977"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Ngoài các phương thức CRUD thao tác với product thì còn có các phương thức sau:</a:t>
            </a:r>
          </a:p>
        </p:txBody>
      </p:sp>
      <p:cxnSp>
        <p:nvCxnSpPr>
          <p:cNvPr id="4" name="Straight Connector 3">
            <a:extLst>
              <a:ext uri="{FF2B5EF4-FFF2-40B4-BE49-F238E27FC236}">
                <a16:creationId xmlns:a16="http://schemas.microsoft.com/office/drawing/2014/main" id="{85450528-2452-7013-CD42-3AE1C3F0B913}"/>
              </a:ext>
            </a:extLst>
          </p:cNvPr>
          <p:cNvCxnSpPr>
            <a:cxnSpLocks/>
          </p:cNvCxnSpPr>
          <p:nvPr/>
        </p:nvCxnSpPr>
        <p:spPr>
          <a:xfrm>
            <a:off x="5693713" y="1198470"/>
            <a:ext cx="0" cy="4369817"/>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313ADE6-721E-1F1E-0ADE-381BC0E7CE97}"/>
              </a:ext>
            </a:extLst>
          </p:cNvPr>
          <p:cNvSpPr txBox="1"/>
          <p:nvPr/>
        </p:nvSpPr>
        <p:spPr>
          <a:xfrm>
            <a:off x="6041407" y="1112075"/>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Với Drift:</a:t>
            </a:r>
          </a:p>
        </p:txBody>
      </p:sp>
      <p:pic>
        <p:nvPicPr>
          <p:cNvPr id="12" name="Picture 11">
            <a:extLst>
              <a:ext uri="{FF2B5EF4-FFF2-40B4-BE49-F238E27FC236}">
                <a16:creationId xmlns:a16="http://schemas.microsoft.com/office/drawing/2014/main" id="{48B17E36-7A8B-7198-8890-AB0F02F5748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574560"/>
            <a:ext cx="4391638" cy="1486107"/>
          </a:xfrm>
          <a:prstGeom prst="rect">
            <a:avLst/>
          </a:prstGeom>
        </p:spPr>
      </p:pic>
      <p:pic>
        <p:nvPicPr>
          <p:cNvPr id="16" name="Picture 15">
            <a:extLst>
              <a:ext uri="{FF2B5EF4-FFF2-40B4-BE49-F238E27FC236}">
                <a16:creationId xmlns:a16="http://schemas.microsoft.com/office/drawing/2014/main" id="{43C62666-9795-F14C-00D7-9D29F4E46254}"/>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06190" y="3156756"/>
            <a:ext cx="5172797" cy="2286319"/>
          </a:xfrm>
          <a:prstGeom prst="rect">
            <a:avLst/>
          </a:prstGeom>
        </p:spPr>
      </p:pic>
      <p:pic>
        <p:nvPicPr>
          <p:cNvPr id="17" name="Picture 16">
            <a:extLst>
              <a:ext uri="{FF2B5EF4-FFF2-40B4-BE49-F238E27FC236}">
                <a16:creationId xmlns:a16="http://schemas.microsoft.com/office/drawing/2014/main" id="{3C4AD108-3C76-88AA-0EFE-6C910A7676C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999512" y="1716676"/>
            <a:ext cx="5678127" cy="2717657"/>
          </a:xfrm>
          <a:prstGeom prst="rect">
            <a:avLst/>
          </a:prstGeom>
        </p:spPr>
      </p:pic>
      <p:pic>
        <p:nvPicPr>
          <p:cNvPr id="19" name="Picture 18">
            <a:extLst>
              <a:ext uri="{FF2B5EF4-FFF2-40B4-BE49-F238E27FC236}">
                <a16:creationId xmlns:a16="http://schemas.microsoft.com/office/drawing/2014/main" id="{823732A7-90D1-D4A6-4094-2BA4C33EBE35}"/>
              </a:ext>
            </a:extLst>
          </p:cNvPr>
          <p:cNvPicPr>
            <a:picLocks noChangeAspect="1"/>
          </p:cNvPicPr>
          <p:nvPr/>
        </p:nvPicPr>
        <p:blipFill>
          <a:blip r:embed="rId10"/>
          <a:stretch>
            <a:fillRect/>
          </a:stretch>
        </p:blipFill>
        <p:spPr>
          <a:xfrm>
            <a:off x="6042359" y="4434333"/>
            <a:ext cx="5677692" cy="1105054"/>
          </a:xfrm>
          <a:prstGeom prst="rect">
            <a:avLst/>
          </a:prstGeom>
        </p:spPr>
      </p:pic>
    </p:spTree>
    <p:extLst>
      <p:ext uri="{BB962C8B-B14F-4D97-AF65-F5344CB8AC3E}">
        <p14:creationId xmlns:p14="http://schemas.microsoft.com/office/powerpoint/2010/main" val="119470677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A911-D3E2-8D57-AC95-BD008EAB5B0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FBC21A1-4C0E-8822-BC81-BC04E94C72A1}"/>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7E1C553F-D923-7CAF-980D-2289DE6B4BEE}"/>
              </a:ext>
            </a:extLst>
          </p:cNvPr>
          <p:cNvSpPr txBox="1">
            <a:spLocks/>
          </p:cNvSpPr>
          <p:nvPr/>
        </p:nvSpPr>
        <p:spPr>
          <a:xfrm>
            <a:off x="11216116" y="6496163"/>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40</a:t>
            </a:r>
          </a:p>
        </p:txBody>
      </p:sp>
      <p:sp>
        <p:nvSpPr>
          <p:cNvPr id="7" name="Title 10">
            <a:extLst>
              <a:ext uri="{FF2B5EF4-FFF2-40B4-BE49-F238E27FC236}">
                <a16:creationId xmlns:a16="http://schemas.microsoft.com/office/drawing/2014/main" id="{24BB3705-9FC0-458B-D7A8-3401A49E30AA}"/>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836642C-B086-1EC6-62A0-EA371A66D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D22A70-3BDB-62E3-AF2E-783FA25A1E45}"/>
              </a:ext>
            </a:extLst>
          </p:cNvPr>
          <p:cNvSpPr txBox="1"/>
          <p:nvPr/>
        </p:nvSpPr>
        <p:spPr>
          <a:xfrm>
            <a:off x="406190" y="825586"/>
            <a:ext cx="333607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Truy vấn với SQLite: </a:t>
            </a:r>
          </a:p>
        </p:txBody>
      </p:sp>
      <p:pic>
        <p:nvPicPr>
          <p:cNvPr id="10" name="Picture 9">
            <a:extLst>
              <a:ext uri="{FF2B5EF4-FFF2-40B4-BE49-F238E27FC236}">
                <a16:creationId xmlns:a16="http://schemas.microsoft.com/office/drawing/2014/main" id="{8E344154-84F2-2B21-D501-BEA673D9683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1" b="-3439"/>
          <a:stretch>
            <a:fillRect/>
          </a:stretch>
        </p:blipFill>
        <p:spPr>
          <a:xfrm>
            <a:off x="406190" y="1225696"/>
            <a:ext cx="5612046" cy="5102744"/>
          </a:xfrm>
          <a:prstGeom prst="rect">
            <a:avLst/>
          </a:prstGeom>
        </p:spPr>
      </p:pic>
      <p:pic>
        <p:nvPicPr>
          <p:cNvPr id="5" name="Picture 4">
            <a:extLst>
              <a:ext uri="{FF2B5EF4-FFF2-40B4-BE49-F238E27FC236}">
                <a16:creationId xmlns:a16="http://schemas.microsoft.com/office/drawing/2014/main" id="{184F066C-CF7D-2E45-3019-416F0195BDFB}"/>
              </a:ext>
            </a:extLst>
          </p:cNvPr>
          <p:cNvPicPr>
            <a:picLocks noChangeAspect="1"/>
          </p:cNvPicPr>
          <p:nvPr/>
        </p:nvPicPr>
        <p:blipFill>
          <a:blip r:embed="rId6"/>
          <a:stretch>
            <a:fillRect/>
          </a:stretch>
        </p:blipFill>
        <p:spPr>
          <a:xfrm>
            <a:off x="6018236" y="1300840"/>
            <a:ext cx="6049890" cy="4513101"/>
          </a:xfrm>
          <a:prstGeom prst="rect">
            <a:avLst/>
          </a:prstGeom>
        </p:spPr>
      </p:pic>
      <p:cxnSp>
        <p:nvCxnSpPr>
          <p:cNvPr id="2" name="Straight Connector 1">
            <a:extLst>
              <a:ext uri="{FF2B5EF4-FFF2-40B4-BE49-F238E27FC236}">
                <a16:creationId xmlns:a16="http://schemas.microsoft.com/office/drawing/2014/main" id="{8831E6B0-5DBD-A60B-BBDD-37448E2C9682}"/>
              </a:ext>
            </a:extLst>
          </p:cNvPr>
          <p:cNvCxnSpPr>
            <a:cxnSpLocks/>
          </p:cNvCxnSpPr>
          <p:nvPr/>
        </p:nvCxnSpPr>
        <p:spPr>
          <a:xfrm>
            <a:off x="5850340" y="899151"/>
            <a:ext cx="0" cy="5316478"/>
          </a:xfrm>
          <a:prstGeom prst="line">
            <a:avLst/>
          </a:prstGeom>
          <a:ln w="28575"/>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C6D1E3F-1B43-DF6D-3C43-3FA02F441097}"/>
              </a:ext>
            </a:extLst>
          </p:cNvPr>
          <p:cNvSpPr txBox="1"/>
          <p:nvPr/>
        </p:nvSpPr>
        <p:spPr>
          <a:xfrm>
            <a:off x="6000463" y="837051"/>
            <a:ext cx="333607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Truy vấn với Drift: </a:t>
            </a:r>
          </a:p>
        </p:txBody>
      </p:sp>
    </p:spTree>
    <p:extLst>
      <p:ext uri="{BB962C8B-B14F-4D97-AF65-F5344CB8AC3E}">
        <p14:creationId xmlns:p14="http://schemas.microsoft.com/office/powerpoint/2010/main" val="187258989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3588-D0E4-0629-0F5B-2281859B449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F749B11-E415-5809-98BF-E2C87F50CD2C}"/>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3B5849-753E-BBD5-58A5-B8F979165C29}"/>
              </a:ext>
            </a:extLst>
          </p:cNvPr>
          <p:cNvSpPr txBox="1">
            <a:spLocks/>
          </p:cNvSpPr>
          <p:nvPr/>
        </p:nvSpPr>
        <p:spPr>
          <a:xfrm>
            <a:off x="11202468" y="6496163"/>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41</a:t>
            </a:r>
          </a:p>
        </p:txBody>
      </p:sp>
      <p:sp>
        <p:nvSpPr>
          <p:cNvPr id="7" name="Title 10">
            <a:extLst>
              <a:ext uri="{FF2B5EF4-FFF2-40B4-BE49-F238E27FC236}">
                <a16:creationId xmlns:a16="http://schemas.microsoft.com/office/drawing/2014/main" id="{8C48A5D6-43E7-08C3-7CEC-17FFF7405B8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71910BF-2532-0330-402D-C577C1D4D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8A173E3-7931-8556-6672-A92CAB95F0B9}"/>
              </a:ext>
            </a:extLst>
          </p:cNvPr>
          <p:cNvSpPr txBox="1"/>
          <p:nvPr/>
        </p:nvSpPr>
        <p:spPr>
          <a:xfrm>
            <a:off x="406190" y="739197"/>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10" name="Picture 9">
            <a:extLst>
              <a:ext uri="{FF2B5EF4-FFF2-40B4-BE49-F238E27FC236}">
                <a16:creationId xmlns:a16="http://schemas.microsoft.com/office/drawing/2014/main" id="{ACA2D172-FD5A-ABD9-A579-99DB1919F5C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62426"/>
          <a:stretch>
            <a:fillRect/>
          </a:stretch>
        </p:blipFill>
        <p:spPr>
          <a:xfrm>
            <a:off x="291228" y="4697201"/>
            <a:ext cx="5612046" cy="1853554"/>
          </a:xfrm>
          <a:prstGeom prst="rect">
            <a:avLst/>
          </a:prstGeom>
        </p:spPr>
      </p:pic>
      <p:cxnSp>
        <p:nvCxnSpPr>
          <p:cNvPr id="2" name="Straight Connector 1">
            <a:extLst>
              <a:ext uri="{FF2B5EF4-FFF2-40B4-BE49-F238E27FC236}">
                <a16:creationId xmlns:a16="http://schemas.microsoft.com/office/drawing/2014/main" id="{9A50256A-6B30-3C7C-C985-BF4C63D3BF81}"/>
              </a:ext>
            </a:extLst>
          </p:cNvPr>
          <p:cNvCxnSpPr>
            <a:cxnSpLocks/>
          </p:cNvCxnSpPr>
          <p:nvPr/>
        </p:nvCxnSpPr>
        <p:spPr>
          <a:xfrm>
            <a:off x="6512580" y="1234277"/>
            <a:ext cx="0" cy="5316478"/>
          </a:xfrm>
          <a:prstGeom prst="line">
            <a:avLst/>
          </a:prstGeom>
          <a:ln w="28575"/>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0FB7FBD6-EE74-30C0-57A1-3E4C7B25D2D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784685" y="1424216"/>
            <a:ext cx="5244392" cy="3594946"/>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BD17F58B-3813-B7A6-89CC-AF496F385218}"/>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291228" y="1176297"/>
            <a:ext cx="5377091" cy="1555636"/>
          </a:xfrm>
          <a:prstGeom prst="rect">
            <a:avLst/>
          </a:prstGeom>
        </p:spPr>
      </p:pic>
      <p:pic>
        <p:nvPicPr>
          <p:cNvPr id="13" name="Picture 12">
            <a:extLst>
              <a:ext uri="{FF2B5EF4-FFF2-40B4-BE49-F238E27FC236}">
                <a16:creationId xmlns:a16="http://schemas.microsoft.com/office/drawing/2014/main" id="{41C90CAB-1260-F5D9-67A0-8CC6FBD3FB57}"/>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291228" y="2616298"/>
            <a:ext cx="6120635" cy="2203428"/>
          </a:xfrm>
          <a:prstGeom prst="rect">
            <a:avLst/>
          </a:prstGeom>
        </p:spPr>
      </p:pic>
    </p:spTree>
    <p:extLst>
      <p:ext uri="{BB962C8B-B14F-4D97-AF65-F5344CB8AC3E}">
        <p14:creationId xmlns:p14="http://schemas.microsoft.com/office/powerpoint/2010/main" val="119262542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ED97-BD1F-CE1F-09B2-0B23618C8F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47A195-8416-9946-6F57-07FC239C8EEE}"/>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CA2E53-4466-BB58-8E69-69E9CF52ADEB}"/>
              </a:ext>
            </a:extLst>
          </p:cNvPr>
          <p:cNvSpPr txBox="1">
            <a:spLocks/>
          </p:cNvSpPr>
          <p:nvPr/>
        </p:nvSpPr>
        <p:spPr>
          <a:xfrm>
            <a:off x="11216116"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42</a:t>
            </a:r>
          </a:p>
        </p:txBody>
      </p:sp>
      <p:sp>
        <p:nvSpPr>
          <p:cNvPr id="7" name="Title 10">
            <a:extLst>
              <a:ext uri="{FF2B5EF4-FFF2-40B4-BE49-F238E27FC236}">
                <a16:creationId xmlns:a16="http://schemas.microsoft.com/office/drawing/2014/main" id="{4478DAF5-1685-7DC1-5C08-F0A93A1AB39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53E6930-6016-6F6A-D421-361898FB2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8CED971-4F5A-3C71-657A-04CC55D78DB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cxnSp>
        <p:nvCxnSpPr>
          <p:cNvPr id="2" name="Straight Connector 1">
            <a:extLst>
              <a:ext uri="{FF2B5EF4-FFF2-40B4-BE49-F238E27FC236}">
                <a16:creationId xmlns:a16="http://schemas.microsoft.com/office/drawing/2014/main" id="{88C26465-A489-18F1-F59C-BD4CA4AECC88}"/>
              </a:ext>
            </a:extLst>
          </p:cNvPr>
          <p:cNvCxnSpPr>
            <a:cxnSpLocks/>
          </p:cNvCxnSpPr>
          <p:nvPr/>
        </p:nvCxnSpPr>
        <p:spPr>
          <a:xfrm>
            <a:off x="6667818" y="1210568"/>
            <a:ext cx="0" cy="5310179"/>
          </a:xfrm>
          <a:prstGeom prst="line">
            <a:avLst/>
          </a:prstGeom>
          <a:ln w="28575"/>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1DFA6E05-4FAC-91EB-4D89-1BD5CD90ECC2}"/>
              </a:ext>
            </a:extLst>
          </p:cNvPr>
          <p:cNvPicPr>
            <a:picLocks noChangeAspect="1"/>
          </p:cNvPicPr>
          <p:nvPr/>
        </p:nvPicPr>
        <p:blipFill>
          <a:blip r:embed="rId6"/>
          <a:stretch>
            <a:fillRect/>
          </a:stretch>
        </p:blipFill>
        <p:spPr>
          <a:xfrm>
            <a:off x="6886873" y="1315387"/>
            <a:ext cx="5086072" cy="3486421"/>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4376F0AA-F061-642E-705E-3237CCF0327F}"/>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05EBE2FE-C4D2-0818-C229-BB773BC9EFE4}"/>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418301" y="1210568"/>
            <a:ext cx="6120635" cy="2203428"/>
          </a:xfrm>
          <a:prstGeom prst="rect">
            <a:avLst/>
          </a:prstGeom>
        </p:spPr>
      </p:pic>
    </p:spTree>
    <p:extLst>
      <p:ext uri="{BB962C8B-B14F-4D97-AF65-F5344CB8AC3E}">
        <p14:creationId xmlns:p14="http://schemas.microsoft.com/office/powerpoint/2010/main" val="1597090710"/>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8A2B-94F5-6CB7-238A-F85646EEB5B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720B3C-C368-3691-3D88-93CE1202EE6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FE88A30-C42E-BB71-CC09-789F6B5A8A1F}"/>
              </a:ext>
            </a:extLst>
          </p:cNvPr>
          <p:cNvSpPr txBox="1">
            <a:spLocks/>
          </p:cNvSpPr>
          <p:nvPr/>
        </p:nvSpPr>
        <p:spPr>
          <a:xfrm>
            <a:off x="11229764"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43</a:t>
            </a:r>
          </a:p>
        </p:txBody>
      </p:sp>
      <p:sp>
        <p:nvSpPr>
          <p:cNvPr id="7" name="Title 10">
            <a:extLst>
              <a:ext uri="{FF2B5EF4-FFF2-40B4-BE49-F238E27FC236}">
                <a16:creationId xmlns:a16="http://schemas.microsoft.com/office/drawing/2014/main" id="{FB67E0B5-3DA5-BBD1-D93C-AE5365AA578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13E8058-5187-ABF3-6CF3-37957A624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8B8B021-BA47-3BC4-851F-7A52837806A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sp>
        <p:nvSpPr>
          <p:cNvPr id="4" name="TextBox 3">
            <a:extLst>
              <a:ext uri="{FF2B5EF4-FFF2-40B4-BE49-F238E27FC236}">
                <a16:creationId xmlns:a16="http://schemas.microsoft.com/office/drawing/2014/main" id="{0B578159-A541-22B7-A40B-54129A4DAB08}"/>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F0DDC4F4-7855-CD43-30B8-A43647D89AC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18301" y="1210568"/>
            <a:ext cx="6120635" cy="2203428"/>
          </a:xfrm>
          <a:prstGeom prst="rect">
            <a:avLst/>
          </a:prstGeom>
        </p:spPr>
      </p:pic>
      <p:pic>
        <p:nvPicPr>
          <p:cNvPr id="14" name="Picture 13">
            <a:extLst>
              <a:ext uri="{FF2B5EF4-FFF2-40B4-BE49-F238E27FC236}">
                <a16:creationId xmlns:a16="http://schemas.microsoft.com/office/drawing/2014/main" id="{E4B0C78D-5DC5-CEEA-FA82-3CC60FFE6898}"/>
              </a:ext>
            </a:extLst>
          </p:cNvPr>
          <p:cNvPicPr>
            <a:picLocks noChangeAspect="1"/>
          </p:cNvPicPr>
          <p:nvPr/>
        </p:nvPicPr>
        <p:blipFill>
          <a:blip r:embed="rId8"/>
          <a:stretch>
            <a:fillRect/>
          </a:stretch>
        </p:blipFill>
        <p:spPr>
          <a:xfrm>
            <a:off x="6683219" y="1523852"/>
            <a:ext cx="5430070" cy="4147278"/>
          </a:xfrm>
          <a:prstGeom prst="rect">
            <a:avLst/>
          </a:prstGeom>
          <a:ln>
            <a:noFill/>
          </a:ln>
          <a:effectLst>
            <a:outerShdw blurRad="190500" algn="tl" rotWithShape="0">
              <a:srgbClr val="000000">
                <a:alpha val="70000"/>
              </a:srgbClr>
            </a:outerShdw>
          </a:effectLst>
        </p:spPr>
      </p:pic>
      <p:cxnSp>
        <p:nvCxnSpPr>
          <p:cNvPr id="2" name="Straight Connector 1">
            <a:extLst>
              <a:ext uri="{FF2B5EF4-FFF2-40B4-BE49-F238E27FC236}">
                <a16:creationId xmlns:a16="http://schemas.microsoft.com/office/drawing/2014/main" id="{47BC108B-F12F-A941-0179-0F97B8696494}"/>
              </a:ext>
            </a:extLst>
          </p:cNvPr>
          <p:cNvCxnSpPr>
            <a:cxnSpLocks/>
          </p:cNvCxnSpPr>
          <p:nvPr/>
        </p:nvCxnSpPr>
        <p:spPr>
          <a:xfrm>
            <a:off x="6538936" y="1240576"/>
            <a:ext cx="0" cy="5310179"/>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50379324"/>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4E58-5397-FF55-E798-D83B2C61060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F779CD7-C299-C4A5-6ECB-DBB6A68D555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2995F12-7610-0345-2284-BCB6E23F7E8C}"/>
              </a:ext>
            </a:extLst>
          </p:cNvPr>
          <p:cNvSpPr txBox="1">
            <a:spLocks/>
          </p:cNvSpPr>
          <p:nvPr/>
        </p:nvSpPr>
        <p:spPr>
          <a:xfrm>
            <a:off x="11202468"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44</a:t>
            </a:r>
          </a:p>
        </p:txBody>
      </p:sp>
      <p:sp>
        <p:nvSpPr>
          <p:cNvPr id="7" name="Title 10">
            <a:extLst>
              <a:ext uri="{FF2B5EF4-FFF2-40B4-BE49-F238E27FC236}">
                <a16:creationId xmlns:a16="http://schemas.microsoft.com/office/drawing/2014/main" id="{8A925FB1-1FEC-C351-0770-6E2931DA26D3}"/>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845954C-7C0C-7CDE-285C-E2E90FAC6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88C165C-D7F1-EE25-15EF-820F94921CB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cxnSp>
        <p:nvCxnSpPr>
          <p:cNvPr id="2" name="Straight Connector 1">
            <a:extLst>
              <a:ext uri="{FF2B5EF4-FFF2-40B4-BE49-F238E27FC236}">
                <a16:creationId xmlns:a16="http://schemas.microsoft.com/office/drawing/2014/main" id="{0B7930BB-C20D-690C-6561-CE4B488F87A5}"/>
              </a:ext>
            </a:extLst>
          </p:cNvPr>
          <p:cNvCxnSpPr>
            <a:cxnSpLocks/>
          </p:cNvCxnSpPr>
          <p:nvPr/>
        </p:nvCxnSpPr>
        <p:spPr>
          <a:xfrm>
            <a:off x="6667818" y="1210568"/>
            <a:ext cx="0" cy="5310179"/>
          </a:xfrm>
          <a:prstGeom prst="line">
            <a:avLst/>
          </a:prstGeom>
          <a:ln w="28575"/>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597C36EF-7BA5-966B-D1B3-B060DB2F10D6}"/>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227BEC17-44E0-6D5F-3667-957514A271EA}"/>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18301" y="1210568"/>
            <a:ext cx="6120635" cy="2203428"/>
          </a:xfrm>
          <a:prstGeom prst="rect">
            <a:avLst/>
          </a:prstGeom>
        </p:spPr>
      </p:pic>
      <p:pic>
        <p:nvPicPr>
          <p:cNvPr id="12" name="Picture 11">
            <a:extLst>
              <a:ext uri="{FF2B5EF4-FFF2-40B4-BE49-F238E27FC236}">
                <a16:creationId xmlns:a16="http://schemas.microsoft.com/office/drawing/2014/main" id="{B72A76DB-FCF2-9EFB-A140-1AF9D809C753}"/>
              </a:ext>
            </a:extLst>
          </p:cNvPr>
          <p:cNvPicPr>
            <a:picLocks noChangeAspect="1"/>
          </p:cNvPicPr>
          <p:nvPr/>
        </p:nvPicPr>
        <p:blipFill>
          <a:blip r:embed="rId8"/>
          <a:stretch>
            <a:fillRect/>
          </a:stretch>
        </p:blipFill>
        <p:spPr>
          <a:xfrm>
            <a:off x="6866466" y="1340451"/>
            <a:ext cx="5118272" cy="2313178"/>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1B89F912-C52B-E5AD-6BA1-F523AD4B1A0B}"/>
              </a:ext>
            </a:extLst>
          </p:cNvPr>
          <p:cNvPicPr>
            <a:picLocks noChangeAspect="1"/>
          </p:cNvPicPr>
          <p:nvPr/>
        </p:nvPicPr>
        <p:blipFill>
          <a:blip r:embed="rId9"/>
          <a:stretch>
            <a:fillRect/>
          </a:stretch>
        </p:blipFill>
        <p:spPr>
          <a:xfrm>
            <a:off x="6866466" y="3774888"/>
            <a:ext cx="5118272" cy="1437702"/>
          </a:xfrm>
          <a:prstGeom prst="rect">
            <a:avLst/>
          </a:prstGeom>
          <a:ln>
            <a:noFill/>
          </a:ln>
          <a:effectLst>
            <a:outerShdw blurRad="190500" algn="tl" rotWithShape="0">
              <a:srgbClr val="000000">
                <a:alpha val="70000"/>
              </a:srgbClr>
            </a:outerShdw>
          </a:effectLst>
        </p:spPr>
      </p:pic>
      <p:pic>
        <p:nvPicPr>
          <p:cNvPr id="18" name="Picture 17">
            <a:extLst>
              <a:ext uri="{FF2B5EF4-FFF2-40B4-BE49-F238E27FC236}">
                <a16:creationId xmlns:a16="http://schemas.microsoft.com/office/drawing/2014/main" id="{67081760-F772-E635-1920-A0212CFE70DB}"/>
              </a:ext>
            </a:extLst>
          </p:cNvPr>
          <p:cNvPicPr>
            <a:picLocks noChangeAspect="1"/>
          </p:cNvPicPr>
          <p:nvPr/>
        </p:nvPicPr>
        <p:blipFill>
          <a:blip r:embed="rId10"/>
          <a:stretch>
            <a:fillRect/>
          </a:stretch>
        </p:blipFill>
        <p:spPr>
          <a:xfrm>
            <a:off x="6866466" y="5333849"/>
            <a:ext cx="5118271" cy="10019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5091977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83E5E-33C3-372F-0538-F2D3185817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4BAFA7-E6E6-7A42-D610-240CC7473FE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2A9706DC-7526-FFA0-8A15-BF35251898AC}"/>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1F216869-A29A-A712-4379-05DDBD5DC064}"/>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0B56C679-121C-AA66-8FDD-003F7D0B3FEA}"/>
              </a:ext>
            </a:extLst>
          </p:cNvPr>
          <p:cNvSpPr txBox="1">
            <a:spLocks/>
          </p:cNvSpPr>
          <p:nvPr/>
        </p:nvSpPr>
        <p:spPr>
          <a:xfrm>
            <a:off x="11228897" y="652754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45</a:t>
            </a:r>
          </a:p>
        </p:txBody>
      </p:sp>
      <p:sp>
        <p:nvSpPr>
          <p:cNvPr id="12" name="Content Placeholder 2">
            <a:extLst>
              <a:ext uri="{FF2B5EF4-FFF2-40B4-BE49-F238E27FC236}">
                <a16:creationId xmlns:a16="http://schemas.microsoft.com/office/drawing/2014/main" id="{FB661AA7-D25C-F18E-22C0-F2AA7DBEA438}"/>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E5609A88-02C0-CD21-0343-6DAADD04996E}"/>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97E075EB-7010-31D9-2386-699E2828006E}"/>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68E0EBE-9580-D1F7-9899-5968E40CDA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EE8628B9-34A3-1CE1-E14C-31BCD5ABB45B}"/>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234142508"/>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27ED0-DB69-0098-4568-E05F066714F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D7D8F87-8ABD-5AE5-F3F6-AF183B683F7F}"/>
              </a:ext>
            </a:extLst>
          </p:cNvPr>
          <p:cNvSpPr/>
          <p:nvPr/>
        </p:nvSpPr>
        <p:spPr>
          <a:xfrm>
            <a:off x="0" y="6051"/>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a:latin typeface="Cambria" panose="02040503050406030204" pitchFamily="18" charset="0"/>
              <a:ea typeface="Cambria" panose="02040503050406030204" pitchFamily="18" charset="0"/>
            </a:endParaRPr>
          </a:p>
        </p:txBody>
      </p:sp>
      <p:sp>
        <p:nvSpPr>
          <p:cNvPr id="3" name="Date Placeholder 3">
            <a:extLst>
              <a:ext uri="{FF2B5EF4-FFF2-40B4-BE49-F238E27FC236}">
                <a16:creationId xmlns:a16="http://schemas.microsoft.com/office/drawing/2014/main" id="{8682BB99-C3DD-0954-8A52-88BB34F035FE}"/>
              </a:ext>
            </a:extLst>
          </p:cNvPr>
          <p:cNvSpPr txBox="1">
            <a:spLocks/>
          </p:cNvSpPr>
          <p:nvPr/>
        </p:nvSpPr>
        <p:spPr>
          <a:xfrm>
            <a:off x="11202469" y="651962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46</a:t>
            </a:r>
          </a:p>
        </p:txBody>
      </p:sp>
      <p:sp>
        <p:nvSpPr>
          <p:cNvPr id="7" name="Title 10">
            <a:extLst>
              <a:ext uri="{FF2B5EF4-FFF2-40B4-BE49-F238E27FC236}">
                <a16:creationId xmlns:a16="http://schemas.microsoft.com/office/drawing/2014/main" id="{2A77C701-8ED9-180E-CC0B-6A6C1561E03C}"/>
              </a:ext>
            </a:extLst>
          </p:cNvPr>
          <p:cNvSpPr txBox="1">
            <a:spLocks/>
          </p:cNvSpPr>
          <p:nvPr/>
        </p:nvSpPr>
        <p:spPr>
          <a:xfrm>
            <a:off x="812382" y="90835"/>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345788B-97B3-7958-CE3C-AE7D10D35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2" y="227146"/>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2452D4-0898-CD08-BDDE-CAD534021D50}"/>
              </a:ext>
            </a:extLst>
          </p:cNvPr>
          <p:cNvSpPr txBox="1"/>
          <p:nvPr/>
        </p:nvSpPr>
        <p:spPr>
          <a:xfrm>
            <a:off x="925238" y="1308016"/>
            <a:ext cx="10219114" cy="5247590"/>
          </a:xfrm>
          <a:prstGeom prst="rect">
            <a:avLst/>
          </a:prstGeom>
          <a:noFill/>
        </p:spPr>
        <p:txBody>
          <a:bodyPr wrap="square" rtlCol="0">
            <a:spAutoFit/>
          </a:bodyPr>
          <a:lstStyle/>
          <a:p>
            <a:pPr marL="285750" indent="-285750" algn="just">
              <a:lnSpc>
                <a:spcPct val="125000"/>
              </a:lnSpc>
              <a:buFont typeface="Wingdings" panose="05000000000000000000" pitchFamily="2" charset="2"/>
              <a:buChar char="q"/>
            </a:pPr>
            <a:r>
              <a:rPr lang="en-US" sz="2000" b="1" dirty="0">
                <a:solidFill>
                  <a:schemeClr val="bg1"/>
                </a:solidFill>
                <a:latin typeface="Cambria" panose="02040503050406030204" pitchFamily="18" charset="0"/>
                <a:ea typeface="Cambria" panose="02040503050406030204" pitchFamily="18" charset="0"/>
              </a:rPr>
              <a:t>P</a:t>
            </a:r>
            <a:r>
              <a:rPr lang="vi-VN" sz="2000" b="1" dirty="0">
                <a:solidFill>
                  <a:schemeClr val="bg1"/>
                </a:solidFill>
                <a:latin typeface="Cambria" panose="02040503050406030204" pitchFamily="18" charset="0"/>
                <a:ea typeface="Cambria" panose="02040503050406030204" pitchFamily="18" charset="0"/>
              </a:rPr>
              <a:t>erformance Testing</a:t>
            </a:r>
            <a:r>
              <a:rPr lang="vi-VN" sz="2000" dirty="0">
                <a:solidFill>
                  <a:schemeClr val="bg1"/>
                </a:solidFill>
                <a:latin typeface="Cambria" panose="02040503050406030204" pitchFamily="18" charset="0"/>
                <a:ea typeface="Cambria" panose="02040503050406030204" pitchFamily="18" charset="0"/>
              </a:rPr>
              <a:t> là quá trình đo lường và đánh giá tốc độ, độ ổn định và khả năng xử lý của hệ thống khi thực hiện các tác vụ cụ thể (như truy vấn, ghi dữ liệu, cập nhật, </a:t>
            </a:r>
            <a:r>
              <a:rPr lang="vi-VN" sz="2000">
                <a:solidFill>
                  <a:schemeClr val="bg1"/>
                </a:solidFill>
                <a:latin typeface="Cambria" panose="02040503050406030204" pitchFamily="18" charset="0"/>
                <a:ea typeface="Cambria" panose="02040503050406030204" pitchFamily="18" charset="0"/>
              </a:rPr>
              <a:t>xóa...).</a:t>
            </a:r>
            <a:endParaRPr lang="en-US" sz="2000" dirty="0">
              <a:solidFill>
                <a:schemeClr val="bg1"/>
              </a:solidFill>
              <a:latin typeface="Cambria" panose="02040503050406030204" pitchFamily="18" charset="0"/>
              <a:ea typeface="Cambria" panose="02040503050406030204" pitchFamily="18" charset="0"/>
            </a:endParaRPr>
          </a:p>
          <a:p>
            <a:pPr marL="742950" lvl="1" indent="-285750" algn="just">
              <a:lnSpc>
                <a:spcPct val="125000"/>
              </a:lnSpc>
              <a:buFont typeface="Arial" panose="020B0604020202020204" pitchFamily="34" charset="0"/>
              <a:buChar char="•"/>
            </a:pPr>
            <a:r>
              <a:rPr lang="en-US" sz="2000" b="1">
                <a:solidFill>
                  <a:schemeClr val="bg1"/>
                </a:solidFill>
                <a:latin typeface="Cambria" panose="02040503050406030204" pitchFamily="18" charset="0"/>
                <a:ea typeface="Cambria" panose="02040503050406030204" pitchFamily="18" charset="0"/>
              </a:rPr>
              <a:t>Mục tiêu:</a:t>
            </a:r>
          </a:p>
          <a:p>
            <a:pPr lvl="1" algn="just">
              <a:lnSpc>
                <a:spcPct val="125000"/>
              </a:lnSpc>
            </a:pPr>
            <a:r>
              <a:rPr lang="en-US" sz="2000">
                <a:solidFill>
                  <a:schemeClr val="bg1"/>
                </a:solidFill>
                <a:latin typeface="Cambria" panose="02040503050406030204" pitchFamily="18" charset="0"/>
                <a:ea typeface="Cambria" panose="02040503050406030204" pitchFamily="18" charset="0"/>
              </a:rPr>
              <a:t>     Xác định hệ thống chạy nhanh hay chậm</a:t>
            </a:r>
          </a:p>
          <a:p>
            <a:pPr algn="just">
              <a:lnSpc>
                <a:spcPct val="125000"/>
              </a:lnSpc>
            </a:pPr>
            <a:endParaRPr lang="en-US" sz="2000" b="1" dirty="0">
              <a:solidFill>
                <a:schemeClr val="bg1"/>
              </a:solidFill>
              <a:latin typeface="Cambria" panose="02040503050406030204" pitchFamily="18" charset="0"/>
              <a:ea typeface="Cambria" panose="02040503050406030204" pitchFamily="18" charset="0"/>
            </a:endParaRPr>
          </a:p>
          <a:p>
            <a:pPr marL="285750" indent="-285750" algn="just">
              <a:lnSpc>
                <a:spcPct val="125000"/>
              </a:lnSpc>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Optimization</a:t>
            </a:r>
            <a:r>
              <a:rPr lang="vi-VN" sz="2000" dirty="0">
                <a:solidFill>
                  <a:schemeClr val="bg1"/>
                </a:solidFill>
                <a:latin typeface="Cambria" panose="02040503050406030204" pitchFamily="18" charset="0"/>
                <a:ea typeface="Cambria" panose="02040503050406030204" pitchFamily="18" charset="0"/>
              </a:rPr>
              <a:t> là quá trình cải thiện mã nguồn hoặc cấu hình để hệ thống chạy nhanh hơn, tốn ít tài nguyên hơn mà vẫn đảm bảo kết quả </a:t>
            </a:r>
            <a:r>
              <a:rPr lang="vi-VN" sz="2000">
                <a:solidFill>
                  <a:schemeClr val="bg1"/>
                </a:solidFill>
                <a:latin typeface="Cambria" panose="02040503050406030204" pitchFamily="18" charset="0"/>
                <a:ea typeface="Cambria" panose="02040503050406030204" pitchFamily="18" charset="0"/>
              </a:rPr>
              <a:t>chính xác</a:t>
            </a:r>
            <a:r>
              <a:rPr lang="en-US" sz="2000">
                <a:solidFill>
                  <a:schemeClr val="bg1"/>
                </a:solidFill>
                <a:latin typeface="Cambria" panose="02040503050406030204" pitchFamily="18" charset="0"/>
                <a:ea typeface="Cambria" panose="02040503050406030204" pitchFamily="18" charset="0"/>
              </a:rPr>
              <a:t>.</a:t>
            </a:r>
            <a:endParaRPr lang="en-US" sz="2000" dirty="0">
              <a:solidFill>
                <a:schemeClr val="bg1"/>
              </a:solidFill>
              <a:latin typeface="Cambria" panose="02040503050406030204" pitchFamily="18" charset="0"/>
              <a:ea typeface="Cambria" panose="02040503050406030204" pitchFamily="18" charset="0"/>
            </a:endParaRPr>
          </a:p>
          <a:p>
            <a:pPr marL="742950" lvl="1" indent="-285750" eaLnBrk="0" fontAlgn="base" hangingPunct="0">
              <a:lnSpc>
                <a:spcPct val="125000"/>
              </a:lnSpc>
              <a:spcBef>
                <a:spcPct val="0"/>
              </a:spcBef>
              <a:spcAft>
                <a:spcPct val="0"/>
              </a:spcAft>
              <a:buFont typeface="Arial" panose="020B0604020202020204" pitchFamily="34" charset="0"/>
              <a:buChar char="•"/>
            </a:pPr>
            <a:r>
              <a:rPr lang="en-US" altLang="en-US" sz="2000" b="1">
                <a:solidFill>
                  <a:schemeClr val="bg1"/>
                </a:solidFill>
                <a:latin typeface="Cambria" panose="02040503050406030204" pitchFamily="18" charset="0"/>
                <a:ea typeface="Cambria" panose="02040503050406030204" pitchFamily="18" charset="0"/>
                <a:cs typeface="Times New Roman" panose="02020603050405020304" pitchFamily="18" charset="0"/>
              </a:rPr>
              <a:t>Mục tiêu:</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Giảm thời gian xử lý (speed up)</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Giảm sử dụng CPU/RAM/disk</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Tăng hiệu quả khi xử lý dữ liệu lớn</a:t>
            </a:r>
          </a:p>
          <a:p>
            <a:pPr algn="just"/>
            <a:endParaRPr lang="en-US" sz="2000" dirty="0">
              <a:solidFill>
                <a:schemeClr val="bg1"/>
              </a:solidFill>
              <a:latin typeface="Cambria" panose="02040503050406030204" pitchFamily="18" charset="0"/>
              <a:ea typeface="Cambria" panose="02040503050406030204" pitchFamily="18" charset="0"/>
            </a:endParaRPr>
          </a:p>
          <a:p>
            <a:pPr algn="just"/>
            <a:endParaRPr lang="en-US" sz="2000" dirty="0">
              <a:solidFill>
                <a:schemeClr val="bg1"/>
              </a:solidFill>
              <a:latin typeface="Cambria" panose="02040503050406030204" pitchFamily="18" charset="0"/>
              <a:ea typeface="Cambria" panose="02040503050406030204" pitchFamily="18" charset="0"/>
            </a:endParaRPr>
          </a:p>
          <a:p>
            <a:pPr algn="just"/>
            <a:endParaRPr lang="en-US" sz="2000" dirty="0">
              <a:solidFill>
                <a:schemeClr val="bg1"/>
              </a:solidFill>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E37CE8F5-E79A-2481-4A5B-5C78D90B3853}"/>
              </a:ext>
            </a:extLst>
          </p:cNvPr>
          <p:cNvSpPr>
            <a:spLocks noChangeArrowheads="1"/>
          </p:cNvSpPr>
          <p:nvPr/>
        </p:nvSpPr>
        <p:spPr bwMode="auto">
          <a:xfrm>
            <a:off x="1" y="-109220"/>
            <a:ext cx="2984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0111554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0E579-CD28-F99E-C33E-9966B9371A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802B0C-2402-1E30-D033-F4680382F028}"/>
              </a:ext>
            </a:extLst>
          </p:cNvPr>
          <p:cNvSpPr>
            <a:spLocks noGrp="1"/>
          </p:cNvSpPr>
          <p:nvPr>
            <p:ph idx="1"/>
          </p:nvPr>
        </p:nvSpPr>
        <p:spPr/>
        <p:txBody>
          <a:bodyPr/>
          <a:lstStyle/>
          <a:p>
            <a:endParaRPr lang="en-US" dirty="0"/>
          </a:p>
        </p:txBody>
      </p:sp>
      <p:sp>
        <p:nvSpPr>
          <p:cNvPr id="4" name="Picture Placeholder 3">
            <a:extLst>
              <a:ext uri="{FF2B5EF4-FFF2-40B4-BE49-F238E27FC236}">
                <a16:creationId xmlns:a16="http://schemas.microsoft.com/office/drawing/2014/main" id="{6F331971-721F-A243-F28A-47006165524A}"/>
              </a:ext>
            </a:extLst>
          </p:cNvPr>
          <p:cNvSpPr>
            <a:spLocks noGrp="1"/>
          </p:cNvSpPr>
          <p:nvPr>
            <p:ph type="pic" sz="quarter" idx="13"/>
          </p:nvPr>
        </p:nvSpPr>
        <p:spPr/>
        <p:txBody>
          <a:bodyPr/>
          <a:lstStyle/>
          <a:p>
            <a:endParaRPr lang="en-US"/>
          </a:p>
        </p:txBody>
      </p:sp>
      <p:sp>
        <p:nvSpPr>
          <p:cNvPr id="5" name="Picture Placeholder 4">
            <a:extLst>
              <a:ext uri="{FF2B5EF4-FFF2-40B4-BE49-F238E27FC236}">
                <a16:creationId xmlns:a16="http://schemas.microsoft.com/office/drawing/2014/main" id="{CA92BE9A-0CE4-F24D-FE17-23FB80C7E0A7}"/>
              </a:ext>
            </a:extLst>
          </p:cNvPr>
          <p:cNvSpPr>
            <a:spLocks noGrp="1"/>
          </p:cNvSpPr>
          <p:nvPr>
            <p:ph type="pic" sz="quarter" idx="14"/>
          </p:nvPr>
        </p:nvSpPr>
        <p:spPr/>
        <p:txBody>
          <a:bodyPr/>
          <a:lstStyle/>
          <a:p>
            <a:endParaRPr lang="en-US"/>
          </a:p>
        </p:txBody>
      </p:sp>
      <p:sp>
        <p:nvSpPr>
          <p:cNvPr id="6" name="Picture Placeholder 5">
            <a:extLst>
              <a:ext uri="{FF2B5EF4-FFF2-40B4-BE49-F238E27FC236}">
                <a16:creationId xmlns:a16="http://schemas.microsoft.com/office/drawing/2014/main" id="{8811FE77-4ECE-5FAF-4878-5C669899F093}"/>
              </a:ext>
            </a:extLst>
          </p:cNvPr>
          <p:cNvSpPr>
            <a:spLocks noGrp="1"/>
          </p:cNvSpPr>
          <p:nvPr>
            <p:ph type="pic" sz="quarter" idx="15"/>
          </p:nvPr>
        </p:nvSpPr>
        <p:spPr/>
        <p:txBody>
          <a:bodyPr/>
          <a:lstStyle/>
          <a:p>
            <a:endParaRPr lang="en-US"/>
          </a:p>
        </p:txBody>
      </p:sp>
      <p:sp>
        <p:nvSpPr>
          <p:cNvPr id="7" name="Date Placeholder 6">
            <a:extLst>
              <a:ext uri="{FF2B5EF4-FFF2-40B4-BE49-F238E27FC236}">
                <a16:creationId xmlns:a16="http://schemas.microsoft.com/office/drawing/2014/main" id="{434CE19C-38BF-1B8C-4FB4-C90D29D7F636}"/>
              </a:ext>
            </a:extLst>
          </p:cNvPr>
          <p:cNvSpPr>
            <a:spLocks noGrp="1"/>
          </p:cNvSpPr>
          <p:nvPr>
            <p:ph type="dt" sz="half" idx="10"/>
          </p:nvPr>
        </p:nvSpPr>
        <p:spPr/>
        <p:txBody>
          <a:bodyPr/>
          <a:lstStyle/>
          <a:p>
            <a:r>
              <a:rPr lang="en-US"/>
              <a:t>Tuesday, February 2, 20XX</a:t>
            </a:r>
          </a:p>
        </p:txBody>
      </p:sp>
      <p:sp>
        <p:nvSpPr>
          <p:cNvPr id="8" name="Footer Placeholder 7">
            <a:extLst>
              <a:ext uri="{FF2B5EF4-FFF2-40B4-BE49-F238E27FC236}">
                <a16:creationId xmlns:a16="http://schemas.microsoft.com/office/drawing/2014/main" id="{7F1D28AB-7C6D-F70A-98BD-C2A7610A5619}"/>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D1838C2-89BC-16DD-8573-57B8E85C22FB}"/>
              </a:ext>
            </a:extLst>
          </p:cNvPr>
          <p:cNvSpPr>
            <a:spLocks noGrp="1"/>
          </p:cNvSpPr>
          <p:nvPr>
            <p:ph type="sldNum" sz="quarter" idx="12"/>
          </p:nvPr>
        </p:nvSpPr>
        <p:spPr/>
        <p:txBody>
          <a:bodyPr/>
          <a:lstStyle/>
          <a:p>
            <a:fld id="{DBA1B0FB-D917-4C8C-928F-313BD683BF39}" type="slidenum">
              <a:rPr lang="en-US" smtClean="0"/>
              <a:t>47</a:t>
            </a:fld>
            <a:endParaRPr lang="en-US"/>
          </a:p>
        </p:txBody>
      </p:sp>
      <p:sp>
        <p:nvSpPr>
          <p:cNvPr id="11" name="Rectangle 10">
            <a:extLst>
              <a:ext uri="{FF2B5EF4-FFF2-40B4-BE49-F238E27FC236}">
                <a16:creationId xmlns:a16="http://schemas.microsoft.com/office/drawing/2014/main" id="{D0130E37-FD83-F276-DCB2-495BC9A0BEE7}"/>
              </a:ext>
            </a:extLst>
          </p:cNvPr>
          <p:cNvSpPr/>
          <p:nvPr/>
        </p:nvSpPr>
        <p:spPr>
          <a:xfrm>
            <a:off x="-1" y="-147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457200" indent="-457200" algn="ctr">
              <a:buFont typeface="Arial" panose="020B0604020202020204" pitchFamily="34" charset="0"/>
              <a:buChar char="•"/>
            </a:pP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12" name="Picture 4" descr="Tải mẫu logo trường đại học Bách Khoa Đà Nẵng (DUT) file ...">
            <a:extLst>
              <a:ext uri="{FF2B5EF4-FFF2-40B4-BE49-F238E27FC236}">
                <a16:creationId xmlns:a16="http://schemas.microsoft.com/office/drawing/2014/main" id="{87622E38-8C7C-739B-9D61-6C248C064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4C990F7-9C98-E3E2-64C6-B6A6CDB7EB75}"/>
              </a:ext>
            </a:extLst>
          </p:cNvPr>
          <p:cNvSpPr txBox="1"/>
          <p:nvPr/>
        </p:nvSpPr>
        <p:spPr>
          <a:xfrm>
            <a:off x="1299883" y="62543"/>
            <a:ext cx="9063317" cy="584775"/>
          </a:xfrm>
          <a:prstGeom prst="rect">
            <a:avLst/>
          </a:prstGeom>
          <a:noFill/>
        </p:spPr>
        <p:txBody>
          <a:bodyPr wrap="square" rtlCol="0">
            <a:spAutoFit/>
          </a:body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0138B1B2-F0A7-7DB3-DB8A-8CA64BD2D3C7}"/>
              </a:ext>
            </a:extLst>
          </p:cNvPr>
          <p:cNvSpPr txBox="1"/>
          <p:nvPr/>
        </p:nvSpPr>
        <p:spPr>
          <a:xfrm>
            <a:off x="550863" y="836392"/>
            <a:ext cx="2506102"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err="1">
                <a:solidFill>
                  <a:schemeClr val="bg1"/>
                </a:solidFill>
                <a:latin typeface="Cambria" panose="02040503050406030204" pitchFamily="18" charset="0"/>
                <a:ea typeface="Cambria" panose="02040503050406030204" pitchFamily="18" charset="0"/>
              </a:rPr>
              <a:t>Cấu</a:t>
            </a:r>
            <a:r>
              <a:rPr lang="en-US" sz="2000" dirty="0">
                <a:solidFill>
                  <a:schemeClr val="bg1"/>
                </a:solidFill>
                <a:latin typeface="Cambria" panose="02040503050406030204" pitchFamily="18" charset="0"/>
                <a:ea typeface="Cambria" panose="02040503050406030204" pitchFamily="18" charset="0"/>
              </a:rPr>
              <a:t> </a:t>
            </a:r>
            <a:r>
              <a:rPr lang="en-US" sz="2000" dirty="0" err="1">
                <a:solidFill>
                  <a:schemeClr val="bg1"/>
                </a:solidFill>
                <a:latin typeface="Cambria" panose="02040503050406030204" pitchFamily="18" charset="0"/>
                <a:ea typeface="Cambria" panose="02040503050406030204" pitchFamily="18" charset="0"/>
              </a:rPr>
              <a:t>trúc</a:t>
            </a:r>
            <a:r>
              <a:rPr lang="en-US" sz="2000" dirty="0">
                <a:solidFill>
                  <a:schemeClr val="bg1"/>
                </a:solidFill>
                <a:latin typeface="Cambria" panose="02040503050406030204" pitchFamily="18" charset="0"/>
                <a:ea typeface="Cambria" panose="02040503050406030204" pitchFamily="18" charset="0"/>
              </a:rPr>
              <a:t> file</a:t>
            </a:r>
          </a:p>
        </p:txBody>
      </p:sp>
      <p:sp>
        <p:nvSpPr>
          <p:cNvPr id="23" name="TextBox 22">
            <a:extLst>
              <a:ext uri="{FF2B5EF4-FFF2-40B4-BE49-F238E27FC236}">
                <a16:creationId xmlns:a16="http://schemas.microsoft.com/office/drawing/2014/main" id="{D8EBB48A-99F9-2162-EF3F-7BA35DDB4D12}"/>
              </a:ext>
            </a:extLst>
          </p:cNvPr>
          <p:cNvSpPr txBox="1"/>
          <p:nvPr/>
        </p:nvSpPr>
        <p:spPr>
          <a:xfrm>
            <a:off x="4975412" y="1596771"/>
            <a:ext cx="1631576" cy="369332"/>
          </a:xfrm>
          <a:prstGeom prst="rect">
            <a:avLst/>
          </a:prstGeom>
          <a:noFill/>
        </p:spPr>
        <p:txBody>
          <a:bodyPr wrap="square" rtlCol="0">
            <a:spAutoFit/>
          </a:bodyPr>
          <a:lstStyle/>
          <a:p>
            <a:endParaRPr lang="en-US" dirty="0"/>
          </a:p>
        </p:txBody>
      </p:sp>
      <p:pic>
        <p:nvPicPr>
          <p:cNvPr id="26" name="Picture 25">
            <a:extLst>
              <a:ext uri="{FF2B5EF4-FFF2-40B4-BE49-F238E27FC236}">
                <a16:creationId xmlns:a16="http://schemas.microsoft.com/office/drawing/2014/main" id="{1F946DCE-B5F8-CA44-BCAA-C144ACE44E1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084756" y="1630865"/>
            <a:ext cx="5451316" cy="968397"/>
          </a:xfrm>
          <a:prstGeom prst="rect">
            <a:avLst/>
          </a:prstGeom>
        </p:spPr>
      </p:pic>
      <p:sp>
        <p:nvSpPr>
          <p:cNvPr id="27" name="TextBox 26">
            <a:extLst>
              <a:ext uri="{FF2B5EF4-FFF2-40B4-BE49-F238E27FC236}">
                <a16:creationId xmlns:a16="http://schemas.microsoft.com/office/drawing/2014/main" id="{D45ED64A-8250-B601-B00B-BA089F8C5FD6}"/>
              </a:ext>
            </a:extLst>
          </p:cNvPr>
          <p:cNvSpPr txBox="1"/>
          <p:nvPr/>
        </p:nvSpPr>
        <p:spPr>
          <a:xfrm>
            <a:off x="4493501" y="832039"/>
            <a:ext cx="6592964" cy="707886"/>
          </a:xfrm>
          <a:prstGeom prst="rect">
            <a:avLst/>
          </a:prstGeom>
          <a:noFill/>
        </p:spPr>
        <p:txBody>
          <a:bodyPr wrap="square" rtlCol="0">
            <a:spAutoFit/>
          </a:bodyPr>
          <a:lstStyle/>
          <a:p>
            <a:pPr marL="342900" indent="-342900">
              <a:buFont typeface="Arial" panose="020B0604020202020204" pitchFamily="34" charset="0"/>
              <a:buChar char="•"/>
            </a:pPr>
            <a:r>
              <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Trong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sqlite_bechmak.dark</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và</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drift_benchmark.dart</a:t>
            </a:r>
            <a:endPar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r>
              <a:rPr 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sz="200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Chuẩn bị data </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a:t>
            </a:r>
            <a:endPar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D124855A-D1BF-3EE5-AA8A-29C4892DEDAF}"/>
              </a:ext>
            </a:extLst>
          </p:cNvPr>
          <p:cNvSpPr txBox="1"/>
          <p:nvPr/>
        </p:nvSpPr>
        <p:spPr>
          <a:xfrm>
            <a:off x="5084756" y="2669933"/>
            <a:ext cx="6087036" cy="400110"/>
          </a:xfrm>
          <a:prstGeom prst="rect">
            <a:avLst/>
          </a:prstGeom>
          <a:noFill/>
        </p:spPr>
        <p:txBody>
          <a:bodyPr wrap="square" rtlCol="0">
            <a:spAutoFit/>
          </a:bodyPr>
          <a:lstStyle/>
          <a:p>
            <a:r>
              <a:rPr lang="vi-VN" sz="2000" dirty="0">
                <a:solidFill>
                  <a:schemeClr val="bg1"/>
                </a:solidFill>
                <a:latin typeface="Cambria" panose="02040503050406030204" pitchFamily="18" charset="0"/>
                <a:ea typeface="Cambria" panose="02040503050406030204" pitchFamily="18" charset="0"/>
              </a:rPr>
              <a:t>=&gt; Tạo ra danh sách </a:t>
            </a:r>
            <a:r>
              <a:rPr lang="vi-VN" sz="2000">
                <a:solidFill>
                  <a:schemeClr val="bg1"/>
                </a:solidFill>
                <a:latin typeface="Cambria" panose="02040503050406030204" pitchFamily="18" charset="0"/>
                <a:ea typeface="Cambria" panose="02040503050406030204" pitchFamily="18" charset="0"/>
              </a:rPr>
              <a:t>100</a:t>
            </a:r>
            <a:r>
              <a:rPr lang="en-US" sz="2000">
                <a:solidFill>
                  <a:schemeClr val="bg1"/>
                </a:solidFill>
                <a:latin typeface="Cambria" panose="02040503050406030204" pitchFamily="18" charset="0"/>
                <a:ea typeface="Cambria" panose="02040503050406030204" pitchFamily="18" charset="0"/>
              </a:rPr>
              <a:t>00</a:t>
            </a:r>
            <a:r>
              <a:rPr lang="vi-VN" sz="2000">
                <a:solidFill>
                  <a:schemeClr val="bg1"/>
                </a:solidFill>
                <a:latin typeface="Cambria" panose="02040503050406030204" pitchFamily="18" charset="0"/>
                <a:ea typeface="Cambria" panose="02040503050406030204" pitchFamily="18" charset="0"/>
              </a:rPr>
              <a:t> </a:t>
            </a:r>
            <a:r>
              <a:rPr lang="vi-VN" sz="2000" dirty="0">
                <a:solidFill>
                  <a:schemeClr val="bg1"/>
                </a:solidFill>
                <a:latin typeface="Cambria" panose="02040503050406030204" pitchFamily="18" charset="0"/>
                <a:ea typeface="Cambria" panose="02040503050406030204" pitchFamily="18" charset="0"/>
              </a:rPr>
              <a:t>bản ghi để kiểm thử</a:t>
            </a:r>
            <a:endParaRPr lang="en-US" sz="2000" dirty="0">
              <a:solidFill>
                <a:schemeClr val="bg1"/>
              </a:solidFill>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49D03289-113D-F36F-92D9-BE1F2AC54B67}"/>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rcRect r="29826" b="1030"/>
          <a:stretch>
            <a:fillRect/>
          </a:stretch>
        </p:blipFill>
        <p:spPr>
          <a:xfrm>
            <a:off x="628679" y="1359334"/>
            <a:ext cx="3270502" cy="3201937"/>
          </a:xfrm>
          <a:prstGeom prst="rect">
            <a:avLst/>
          </a:prstGeom>
        </p:spPr>
      </p:pic>
      <p:pic>
        <p:nvPicPr>
          <p:cNvPr id="19" name="Picture 18">
            <a:extLst>
              <a:ext uri="{FF2B5EF4-FFF2-40B4-BE49-F238E27FC236}">
                <a16:creationId xmlns:a16="http://schemas.microsoft.com/office/drawing/2014/main" id="{031F6996-F703-051D-D21F-AE47DF110E19}"/>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5084754" y="3660016"/>
            <a:ext cx="5451316" cy="2609121"/>
          </a:xfrm>
          <a:prstGeom prst="rect">
            <a:avLst/>
          </a:prstGeom>
        </p:spPr>
      </p:pic>
      <p:sp>
        <p:nvSpPr>
          <p:cNvPr id="21" name="TextBox 20">
            <a:extLst>
              <a:ext uri="{FF2B5EF4-FFF2-40B4-BE49-F238E27FC236}">
                <a16:creationId xmlns:a16="http://schemas.microsoft.com/office/drawing/2014/main" id="{37A0A904-5E2E-8D41-3FDC-435D079AF6D8}"/>
              </a:ext>
            </a:extLst>
          </p:cNvPr>
          <p:cNvSpPr txBox="1"/>
          <p:nvPr/>
        </p:nvSpPr>
        <p:spPr>
          <a:xfrm>
            <a:off x="4550514" y="3189235"/>
            <a:ext cx="4592097"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latin typeface="Cambria" panose="02040503050406030204" pitchFamily="18" charset="0"/>
                <a:ea typeface="Cambria" panose="02040503050406030204" pitchFamily="18" charset="0"/>
              </a:rPr>
              <a:t>Trong file </a:t>
            </a:r>
            <a:r>
              <a:rPr lang="en-US" sz="2000" dirty="0" err="1">
                <a:solidFill>
                  <a:schemeClr val="bg1"/>
                </a:solidFill>
                <a:latin typeface="Cambria" panose="02040503050406030204" pitchFamily="18" charset="0"/>
                <a:ea typeface="Cambria" panose="02040503050406030204" pitchFamily="18" charset="0"/>
              </a:rPr>
              <a:t>BenchmarkTimer.dart</a:t>
            </a:r>
            <a:endParaRPr lang="en-US" sz="2000" dirty="0">
              <a:solidFill>
                <a:schemeClr val="bg1"/>
              </a:solidFill>
              <a:latin typeface="Cambria" panose="02040503050406030204" pitchFamily="18" charset="0"/>
              <a:ea typeface="Cambria" panose="02040503050406030204" pitchFamily="18" charset="0"/>
            </a:endParaRPr>
          </a:p>
        </p:txBody>
      </p:sp>
      <p:cxnSp>
        <p:nvCxnSpPr>
          <p:cNvPr id="10" name="Straight Connector 9">
            <a:extLst>
              <a:ext uri="{FF2B5EF4-FFF2-40B4-BE49-F238E27FC236}">
                <a16:creationId xmlns:a16="http://schemas.microsoft.com/office/drawing/2014/main" id="{04DCA450-148D-1116-E64D-24C597F01BEA}"/>
              </a:ext>
            </a:extLst>
          </p:cNvPr>
          <p:cNvCxnSpPr>
            <a:cxnSpLocks/>
          </p:cNvCxnSpPr>
          <p:nvPr/>
        </p:nvCxnSpPr>
        <p:spPr>
          <a:xfrm>
            <a:off x="4160738" y="941696"/>
            <a:ext cx="0" cy="5418161"/>
          </a:xfrm>
          <a:prstGeom prst="line">
            <a:avLst/>
          </a:prstGeom>
          <a:ln w="28575"/>
        </p:spPr>
        <p:style>
          <a:lnRef idx="1">
            <a:schemeClr val="dk1"/>
          </a:lnRef>
          <a:fillRef idx="0">
            <a:schemeClr val="dk1"/>
          </a:fillRef>
          <a:effectRef idx="0">
            <a:schemeClr val="dk1"/>
          </a:effectRef>
          <a:fontRef idx="minor">
            <a:schemeClr val="tx1"/>
          </a:fontRef>
        </p:style>
      </p:cxnSp>
      <p:sp>
        <p:nvSpPr>
          <p:cNvPr id="15" name="Date Placeholder 3">
            <a:extLst>
              <a:ext uri="{FF2B5EF4-FFF2-40B4-BE49-F238E27FC236}">
                <a16:creationId xmlns:a16="http://schemas.microsoft.com/office/drawing/2014/main" id="{A92DA997-A295-1049-78A0-EDD6AC88DA4D}"/>
              </a:ext>
            </a:extLst>
          </p:cNvPr>
          <p:cNvSpPr txBox="1">
            <a:spLocks/>
          </p:cNvSpPr>
          <p:nvPr/>
        </p:nvSpPr>
        <p:spPr>
          <a:xfrm>
            <a:off x="11202469" y="651962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47</a:t>
            </a:r>
          </a:p>
        </p:txBody>
      </p:sp>
    </p:spTree>
    <p:extLst>
      <p:ext uri="{BB962C8B-B14F-4D97-AF65-F5344CB8AC3E}">
        <p14:creationId xmlns:p14="http://schemas.microsoft.com/office/powerpoint/2010/main" val="5718769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9F6C-C121-E055-1EBD-D0978D265EF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E26EBBA-6F2A-2966-27AD-4D6DCD3A9789}"/>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68372D09-E98A-753A-0923-A1CCCC653083}"/>
              </a:ext>
            </a:extLst>
          </p:cNvPr>
          <p:cNvSpPr txBox="1">
            <a:spLocks/>
          </p:cNvSpPr>
          <p:nvPr/>
        </p:nvSpPr>
        <p:spPr>
          <a:xfrm>
            <a:off x="11176904" y="6523459"/>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48</a:t>
            </a:r>
          </a:p>
        </p:txBody>
      </p:sp>
      <p:sp>
        <p:nvSpPr>
          <p:cNvPr id="7" name="Title 10">
            <a:extLst>
              <a:ext uri="{FF2B5EF4-FFF2-40B4-BE49-F238E27FC236}">
                <a16:creationId xmlns:a16="http://schemas.microsoft.com/office/drawing/2014/main" id="{E3BBB015-8BE3-FDA6-F932-EEEA8EA7FAF4}"/>
              </a:ext>
            </a:extLst>
          </p:cNvPr>
          <p:cNvSpPr txBox="1">
            <a:spLocks/>
          </p:cNvSpPr>
          <p:nvPr/>
        </p:nvSpPr>
        <p:spPr>
          <a:xfrm>
            <a:off x="812381" y="67055"/>
            <a:ext cx="10907670" cy="46487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94982706-7096-001D-8F43-5207E63C0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25" y="88185"/>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27AF492-F42A-01A9-CD0F-F852D51A4E61}"/>
              </a:ext>
            </a:extLst>
          </p:cNvPr>
          <p:cNvSpPr txBox="1"/>
          <p:nvPr/>
        </p:nvSpPr>
        <p:spPr>
          <a:xfrm>
            <a:off x="174405" y="640186"/>
            <a:ext cx="3263153" cy="400110"/>
          </a:xfrm>
          <a:prstGeom prst="rect">
            <a:avLst/>
          </a:prstGeom>
          <a:noFill/>
        </p:spPr>
        <p:txBody>
          <a:bodyPr wrap="square" rtlCol="0">
            <a:spAutoFit/>
          </a:bodyPr>
          <a:lstStyle/>
          <a:p>
            <a:pPr marL="342900" indent="-34290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Bước kiểm thử :</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AE40C44D-CA64-6D7A-8C23-95FC5B8BA51C}"/>
              </a:ext>
            </a:extLst>
          </p:cNvPr>
          <p:cNvSpPr txBox="1"/>
          <p:nvPr/>
        </p:nvSpPr>
        <p:spPr>
          <a:xfrm>
            <a:off x="206489" y="997220"/>
            <a:ext cx="2889637" cy="646331"/>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Drift: </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Insert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50AB8A5-28DC-3896-B856-B294EAB4DC3C}"/>
              </a:ext>
            </a:extLst>
          </p:cNvPr>
          <p:cNvSpPr txBox="1"/>
          <p:nvPr/>
        </p:nvSpPr>
        <p:spPr>
          <a:xfrm>
            <a:off x="267712" y="3928215"/>
            <a:ext cx="2889637" cy="923330"/>
          </a:xfrm>
          <a:prstGeom prst="rect">
            <a:avLst/>
          </a:prstGeom>
          <a:noFill/>
        </p:spPr>
        <p:txBody>
          <a:bodyPr wrap="square" rtlCol="0">
            <a:spAutoFit/>
          </a:bodyPr>
          <a:lstStyle/>
          <a:p>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a:t>
            </a:r>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t</a:t>
            </a:r>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e</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Insert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23EB837F-8028-DC1B-562E-C00300059D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398087" y="4046659"/>
            <a:ext cx="7398249" cy="2406659"/>
          </a:xfrm>
          <a:prstGeom prst="rect">
            <a:avLst/>
          </a:prstGeom>
        </p:spPr>
      </p:pic>
      <p:pic>
        <p:nvPicPr>
          <p:cNvPr id="20" name="Picture 19">
            <a:extLst>
              <a:ext uri="{FF2B5EF4-FFF2-40B4-BE49-F238E27FC236}">
                <a16:creationId xmlns:a16="http://schemas.microsoft.com/office/drawing/2014/main" id="{43E3069D-5037-E8E0-DDBE-27793E61E22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3437558" y="1040296"/>
            <a:ext cx="6349094" cy="2887919"/>
          </a:xfrm>
          <a:prstGeom prst="rect">
            <a:avLst/>
          </a:prstGeom>
        </p:spPr>
      </p:pic>
    </p:spTree>
    <p:extLst>
      <p:ext uri="{BB962C8B-B14F-4D97-AF65-F5344CB8AC3E}">
        <p14:creationId xmlns:p14="http://schemas.microsoft.com/office/powerpoint/2010/main" val="279473854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32DA-8903-17EB-C930-7DE6366EF7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94809C-3DE3-56CD-0DB0-570064A428E9}"/>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849B4B43-9679-0368-8947-E33F92107553}"/>
              </a:ext>
            </a:extLst>
          </p:cNvPr>
          <p:cNvSpPr txBox="1">
            <a:spLocks/>
          </p:cNvSpPr>
          <p:nvPr/>
        </p:nvSpPr>
        <p:spPr>
          <a:xfrm>
            <a:off x="11204202"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49</a:t>
            </a:r>
          </a:p>
        </p:txBody>
      </p:sp>
      <p:sp>
        <p:nvSpPr>
          <p:cNvPr id="7" name="Title 10">
            <a:extLst>
              <a:ext uri="{FF2B5EF4-FFF2-40B4-BE49-F238E27FC236}">
                <a16:creationId xmlns:a16="http://schemas.microsoft.com/office/drawing/2014/main" id="{C4E2143B-E2BF-0EDC-E0E0-8387A9E27041}"/>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4CC3A99-80F1-9B82-DA7D-57A11EDCA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97EFB3B-9BB8-F055-7888-30AB3DD4C823}"/>
              </a:ext>
            </a:extLst>
          </p:cNvPr>
          <p:cNvSpPr txBox="1"/>
          <p:nvPr/>
        </p:nvSpPr>
        <p:spPr>
          <a:xfrm>
            <a:off x="174405" y="704354"/>
            <a:ext cx="3263153" cy="400110"/>
          </a:xfrm>
          <a:prstGeom prst="rect">
            <a:avLst/>
          </a:prstGeom>
          <a:noFill/>
        </p:spPr>
        <p:txBody>
          <a:bodyPr wrap="square" rtlCol="0">
            <a:spAutoFit/>
          </a:bodyPr>
          <a:lstStyle/>
          <a:p>
            <a:pPr marL="342900" indent="-34290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Bước kiểm thử :</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76F64F58-D763-91C8-24AA-E9DBC18B0846}"/>
              </a:ext>
            </a:extLst>
          </p:cNvPr>
          <p:cNvSpPr txBox="1"/>
          <p:nvPr/>
        </p:nvSpPr>
        <p:spPr>
          <a:xfrm>
            <a:off x="190447" y="1045346"/>
            <a:ext cx="2616921" cy="646331"/>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Drift</a:t>
            </a:r>
            <a:r>
              <a:rPr lang="en-US" b="1">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Xóa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D87A43-9FA5-BCD9-C452-D7AF85A813D3}"/>
              </a:ext>
            </a:extLst>
          </p:cNvPr>
          <p:cNvSpPr txBox="1"/>
          <p:nvPr/>
        </p:nvSpPr>
        <p:spPr>
          <a:xfrm>
            <a:off x="226975" y="3821162"/>
            <a:ext cx="2738756" cy="923330"/>
          </a:xfrm>
          <a:prstGeom prst="rect">
            <a:avLst/>
          </a:prstGeom>
          <a:noFill/>
        </p:spPr>
        <p:txBody>
          <a:bodyPr wrap="square" rtlCol="0">
            <a:spAutoFit/>
          </a:bodyPr>
          <a:lstStyle/>
          <a:p>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a:t>
            </a:r>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t</a:t>
            </a:r>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e</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Xóa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AD96C1B-87CF-9721-7C71-9A861660344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912508" y="3882615"/>
            <a:ext cx="6725028" cy="2668140"/>
          </a:xfrm>
          <a:prstGeom prst="rect">
            <a:avLst/>
          </a:prstGeom>
        </p:spPr>
      </p:pic>
      <p:pic>
        <p:nvPicPr>
          <p:cNvPr id="13" name="Picture 12">
            <a:extLst>
              <a:ext uri="{FF2B5EF4-FFF2-40B4-BE49-F238E27FC236}">
                <a16:creationId xmlns:a16="http://schemas.microsoft.com/office/drawing/2014/main" id="{2B374A30-42A5-048F-CDFF-39788A70739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2965731" y="1083334"/>
            <a:ext cx="7076627" cy="2719260"/>
          </a:xfrm>
          <a:prstGeom prst="rect">
            <a:avLst/>
          </a:prstGeom>
        </p:spPr>
      </p:pic>
    </p:spTree>
    <p:extLst>
      <p:ext uri="{BB962C8B-B14F-4D97-AF65-F5344CB8AC3E}">
        <p14:creationId xmlns:p14="http://schemas.microsoft.com/office/powerpoint/2010/main" val="216939318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6203E-7BD6-74A7-BE66-F56C3CE3AB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BAF38E5-2107-79DB-B5ED-E59D244F5F21}"/>
              </a:ext>
            </a:extLst>
          </p:cNvPr>
          <p:cNvSpPr/>
          <p:nvPr/>
        </p:nvSpPr>
        <p:spPr>
          <a:xfrm>
            <a:off x="-10532" y="-136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n-US" dirty="0">
              <a:solidFill>
                <a:schemeClr val="bg1"/>
              </a:solidFill>
            </a:endParaRPr>
          </a:p>
        </p:txBody>
      </p:sp>
      <p:sp>
        <p:nvSpPr>
          <p:cNvPr id="3" name="Date Placeholder 3">
            <a:extLst>
              <a:ext uri="{FF2B5EF4-FFF2-40B4-BE49-F238E27FC236}">
                <a16:creationId xmlns:a16="http://schemas.microsoft.com/office/drawing/2014/main" id="{1E424E7F-A674-F7AB-0477-A75562353805}"/>
              </a:ext>
            </a:extLst>
          </p:cNvPr>
          <p:cNvSpPr txBox="1">
            <a:spLocks/>
          </p:cNvSpPr>
          <p:nvPr/>
        </p:nvSpPr>
        <p:spPr>
          <a:xfrm>
            <a:off x="11231496"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50</a:t>
            </a:r>
          </a:p>
        </p:txBody>
      </p:sp>
      <p:sp>
        <p:nvSpPr>
          <p:cNvPr id="7" name="Title 10">
            <a:extLst>
              <a:ext uri="{FF2B5EF4-FFF2-40B4-BE49-F238E27FC236}">
                <a16:creationId xmlns:a16="http://schemas.microsoft.com/office/drawing/2014/main" id="{0A007FB9-12B8-69AB-7B44-D2BFFCCF33DE}"/>
              </a:ext>
            </a:extLst>
          </p:cNvPr>
          <p:cNvSpPr txBox="1">
            <a:spLocks/>
          </p:cNvSpPr>
          <p:nvPr/>
        </p:nvSpPr>
        <p:spPr>
          <a:xfrm>
            <a:off x="812381" y="-114304"/>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7A17BF92-4866-4F4C-4A32-4845592B6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79159"/>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806D12-3FAF-6CE3-29D8-E539DB4DE115}"/>
              </a:ext>
            </a:extLst>
          </p:cNvPr>
          <p:cNvSpPr txBox="1"/>
          <p:nvPr/>
        </p:nvSpPr>
        <p:spPr>
          <a:xfrm>
            <a:off x="505160" y="666235"/>
            <a:ext cx="2322576" cy="400110"/>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Tối ưu hóa</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88F3D00-349C-09AF-F7FE-09370BA7BB0C}"/>
              </a:ext>
            </a:extLst>
          </p:cNvPr>
          <p:cNvSpPr txBox="1"/>
          <p:nvPr/>
        </p:nvSpPr>
        <p:spPr>
          <a:xfrm>
            <a:off x="520310" y="993257"/>
            <a:ext cx="2973235" cy="369332"/>
          </a:xfrm>
          <a:prstGeom prst="rect">
            <a:avLst/>
          </a:prstGeom>
          <a:noFill/>
        </p:spPr>
        <p:txBody>
          <a:bodyPr wrap="square" rtlCol="0">
            <a:spAutoFit/>
          </a:bodyPr>
          <a:lstStyle/>
          <a:p>
            <a:r>
              <a:rPr lang="en-US" dirty="0" err="1">
                <a:solidFill>
                  <a:schemeClr val="bg1"/>
                </a:solidFill>
                <a:latin typeface="Cambria" panose="02040503050406030204" pitchFamily="18" charset="0"/>
                <a:ea typeface="Cambria" panose="02040503050406030204" pitchFamily="18" charset="0"/>
              </a:rPr>
              <a:t>Dùng</a:t>
            </a:r>
            <a:r>
              <a:rPr lang="en-US" dirty="0">
                <a:solidFill>
                  <a:schemeClr val="bg1"/>
                </a:solidFill>
                <a:latin typeface="Cambria" panose="02040503050406030204" pitchFamily="18" charset="0"/>
                <a:ea typeface="Cambria" panose="02040503050406030204" pitchFamily="18" charset="0"/>
              </a:rPr>
              <a:t> batch </a:t>
            </a:r>
            <a:r>
              <a:rPr lang="en-US" dirty="0" err="1">
                <a:solidFill>
                  <a:schemeClr val="bg1"/>
                </a:solidFill>
                <a:latin typeface="Cambria" panose="02040503050406030204" pitchFamily="18" charset="0"/>
                <a:ea typeface="Cambria" panose="02040503050406030204" pitchFamily="18" charset="0"/>
              </a:rPr>
              <a:t>trong</a:t>
            </a:r>
            <a:r>
              <a:rPr lang="en-US" dirty="0">
                <a:solidFill>
                  <a:schemeClr val="bg1"/>
                </a:solidFill>
                <a:latin typeface="Cambria" panose="02040503050406030204" pitchFamily="18" charset="0"/>
                <a:ea typeface="Cambria" panose="02040503050406030204" pitchFamily="18" charset="0"/>
              </a:rPr>
              <a:t> Drift</a:t>
            </a:r>
            <a:r>
              <a:rPr lang="vi-VN" dirty="0">
                <a:solidFill>
                  <a:schemeClr val="bg1"/>
                </a:solidFill>
                <a:latin typeface="Cambria" panose="02040503050406030204" pitchFamily="18" charset="0"/>
                <a:ea typeface="Cambria" panose="02040503050406030204" pitchFamily="18" charset="0"/>
              </a:rPr>
              <a:t> :</a:t>
            </a:r>
            <a:endParaRPr lang="en-US" dirty="0">
              <a:solidFill>
                <a:schemeClr val="bg1"/>
              </a:solidFill>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E6D497E9-AC2C-03DF-EB12-B09D81FC0E8C}"/>
              </a:ext>
            </a:extLst>
          </p:cNvPr>
          <p:cNvSpPr txBox="1"/>
          <p:nvPr/>
        </p:nvSpPr>
        <p:spPr>
          <a:xfrm>
            <a:off x="5947053" y="988043"/>
            <a:ext cx="4378214" cy="646331"/>
          </a:xfrm>
          <a:prstGeom prst="rect">
            <a:avLst/>
          </a:prstGeom>
          <a:noFill/>
        </p:spPr>
        <p:txBody>
          <a:bodyPr wrap="square" rtlCol="0">
            <a:spAutoFit/>
          </a:bodyPr>
          <a:lstStyle/>
          <a:p>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Dùng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Transaction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trong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SQLite:</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30E05742-4D2E-9435-C311-436435B00523}"/>
              </a:ext>
            </a:extLst>
          </p:cNvPr>
          <p:cNvCxnSpPr>
            <a:cxnSpLocks/>
          </p:cNvCxnSpPr>
          <p:nvPr/>
        </p:nvCxnSpPr>
        <p:spPr>
          <a:xfrm>
            <a:off x="5616984" y="1072713"/>
            <a:ext cx="0" cy="5307486"/>
          </a:xfrm>
          <a:prstGeom prst="line">
            <a:avLst/>
          </a:prstGeom>
          <a:ln w="28575"/>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8FABE477-3B65-FD54-FA46-D16CEB6ED21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947053" y="1378477"/>
            <a:ext cx="5090088" cy="3222930"/>
          </a:xfrm>
          <a:prstGeom prst="rect">
            <a:avLst/>
          </a:prstGeom>
        </p:spPr>
      </p:pic>
      <p:pic>
        <p:nvPicPr>
          <p:cNvPr id="15" name="Picture 14">
            <a:extLst>
              <a:ext uri="{FF2B5EF4-FFF2-40B4-BE49-F238E27FC236}">
                <a16:creationId xmlns:a16="http://schemas.microsoft.com/office/drawing/2014/main" id="{85C31AF8-7C66-4D61-837B-3E5EB44A9A26}"/>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r="2546" b="986"/>
          <a:stretch>
            <a:fillRect/>
          </a:stretch>
        </p:blipFill>
        <p:spPr>
          <a:xfrm>
            <a:off x="173751" y="1393367"/>
            <a:ext cx="5283615" cy="3038903"/>
          </a:xfrm>
          <a:prstGeom prst="rect">
            <a:avLst/>
          </a:prstGeom>
        </p:spPr>
      </p:pic>
      <p:pic>
        <p:nvPicPr>
          <p:cNvPr id="21" name="Picture 20">
            <a:extLst>
              <a:ext uri="{FF2B5EF4-FFF2-40B4-BE49-F238E27FC236}">
                <a16:creationId xmlns:a16="http://schemas.microsoft.com/office/drawing/2014/main" id="{D8769DB2-4A79-5669-623A-CDB6AD267F3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812380" y="4734296"/>
            <a:ext cx="3998381" cy="1645903"/>
          </a:xfrm>
          <a:prstGeom prst="rect">
            <a:avLst/>
          </a:prstGeom>
          <a:ln>
            <a:noFill/>
          </a:ln>
          <a:effectLst>
            <a:outerShdw blurRad="190500" algn="tl" rotWithShape="0">
              <a:srgbClr val="000000">
                <a:alpha val="70000"/>
              </a:srgbClr>
            </a:outerShdw>
          </a:effectLst>
        </p:spPr>
      </p:pic>
      <p:pic>
        <p:nvPicPr>
          <p:cNvPr id="27" name="Picture 26">
            <a:extLst>
              <a:ext uri="{FF2B5EF4-FFF2-40B4-BE49-F238E27FC236}">
                <a16:creationId xmlns:a16="http://schemas.microsoft.com/office/drawing/2014/main" id="{D8CF6E82-1BE0-1B4F-41F4-1A0D206AAA53}"/>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rcRect r="3088"/>
          <a:stretch>
            <a:fillRect/>
          </a:stretch>
        </p:blipFill>
        <p:spPr>
          <a:xfrm>
            <a:off x="6872288" y="4734296"/>
            <a:ext cx="4482040" cy="164942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3033721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382C7-A815-B7DD-4F6D-CB4029844F5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F8B9777-59A1-0685-05A9-E3B8C94FE6F4}"/>
              </a:ext>
            </a:extLst>
          </p:cNvPr>
          <p:cNvSpPr/>
          <p:nvPr/>
        </p:nvSpPr>
        <p:spPr>
          <a:xfrm>
            <a:off x="3578" y="-147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C49256DD-4FAA-B1AA-DB4E-489AFB29A7F8}"/>
              </a:ext>
            </a:extLst>
          </p:cNvPr>
          <p:cNvSpPr txBox="1">
            <a:spLocks/>
          </p:cNvSpPr>
          <p:nvPr/>
        </p:nvSpPr>
        <p:spPr>
          <a:xfrm>
            <a:off x="11231496"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51</a:t>
            </a:r>
          </a:p>
        </p:txBody>
      </p:sp>
      <p:sp>
        <p:nvSpPr>
          <p:cNvPr id="7" name="Title 10">
            <a:extLst>
              <a:ext uri="{FF2B5EF4-FFF2-40B4-BE49-F238E27FC236}">
                <a16:creationId xmlns:a16="http://schemas.microsoft.com/office/drawing/2014/main" id="{E2EA6B8B-506D-A1B4-8A04-766F38B573F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và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0F2105A-70E4-010B-9C4E-2FC066E65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B8E0C7A-6A1A-CE2A-EFC8-83E0B8382CA5}"/>
              </a:ext>
            </a:extLst>
          </p:cNvPr>
          <p:cNvGraphicFramePr>
            <a:graphicFrameLocks noGrp="1"/>
          </p:cNvGraphicFramePr>
          <p:nvPr>
            <p:extLst>
              <p:ext uri="{D42A27DB-BD31-4B8C-83A1-F6EECF244321}">
                <p14:modId xmlns:p14="http://schemas.microsoft.com/office/powerpoint/2010/main" val="1263832839"/>
              </p:ext>
            </p:extLst>
          </p:nvPr>
        </p:nvGraphicFramePr>
        <p:xfrm>
          <a:off x="638629" y="1839929"/>
          <a:ext cx="11081420" cy="2499360"/>
        </p:xfrm>
        <a:graphic>
          <a:graphicData uri="http://schemas.openxmlformats.org/drawingml/2006/table">
            <a:tbl>
              <a:tblPr>
                <a:tableStyleId>{D7AC3CCA-C797-4891-BE02-D94E43425B78}</a:tableStyleId>
              </a:tblPr>
              <a:tblGrid>
                <a:gridCol w="3169096">
                  <a:extLst>
                    <a:ext uri="{9D8B030D-6E8A-4147-A177-3AD203B41FA5}">
                      <a16:colId xmlns:a16="http://schemas.microsoft.com/office/drawing/2014/main" val="2214530984"/>
                    </a:ext>
                  </a:extLst>
                </a:gridCol>
                <a:gridCol w="1760562">
                  <a:extLst>
                    <a:ext uri="{9D8B030D-6E8A-4147-A177-3AD203B41FA5}">
                      <a16:colId xmlns:a16="http://schemas.microsoft.com/office/drawing/2014/main" val="2662390662"/>
                    </a:ext>
                  </a:extLst>
                </a:gridCol>
                <a:gridCol w="2511188">
                  <a:extLst>
                    <a:ext uri="{9D8B030D-6E8A-4147-A177-3AD203B41FA5}">
                      <a16:colId xmlns:a16="http://schemas.microsoft.com/office/drawing/2014/main" val="2926072606"/>
                    </a:ext>
                  </a:extLst>
                </a:gridCol>
                <a:gridCol w="3640574">
                  <a:extLst>
                    <a:ext uri="{9D8B030D-6E8A-4147-A177-3AD203B41FA5}">
                      <a16:colId xmlns:a16="http://schemas.microsoft.com/office/drawing/2014/main" val="989252950"/>
                    </a:ext>
                  </a:extLst>
                </a:gridCol>
              </a:tblGrid>
              <a:tr h="365760">
                <a:tc>
                  <a:txBody>
                    <a:bodyPr/>
                    <a:lstStyle/>
                    <a:p>
                      <a:pPr>
                        <a:buNone/>
                      </a:pPr>
                      <a:r>
                        <a:rPr lang="en-US" sz="2000">
                          <a:latin typeface="Cambria" panose="02040503050406030204" pitchFamily="18" charset="0"/>
                          <a:ea typeface="Cambria" panose="02040503050406030204" pitchFamily="18" charset="0"/>
                        </a:rPr>
                        <a:t>Thao tác</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Drift (ORM)</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SQLite thuần</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Nhận xét</a:t>
                      </a:r>
                    </a:p>
                  </a:txBody>
                  <a:tcPr anchor="ctr">
                    <a:solidFill>
                      <a:schemeClr val="tx1"/>
                    </a:solidFill>
                  </a:tcPr>
                </a:tc>
                <a:extLst>
                  <a:ext uri="{0D108BD9-81ED-4DB2-BD59-A6C34878D82A}">
                    <a16:rowId xmlns:a16="http://schemas.microsoft.com/office/drawing/2014/main" val="2022570271"/>
                  </a:ext>
                </a:extLst>
              </a:tr>
              <a:tr h="365760">
                <a:tc>
                  <a:txBody>
                    <a:bodyPr/>
                    <a:lstStyle/>
                    <a:p>
                      <a:pPr>
                        <a:buNone/>
                      </a:pPr>
                      <a:r>
                        <a:rPr lang="en-US" sz="2000">
                          <a:latin typeface="Cambria" panose="02040503050406030204" pitchFamily="18" charset="0"/>
                          <a:ea typeface="Cambria" panose="02040503050406030204" pitchFamily="18" charset="0"/>
                        </a:rPr>
                        <a:t>Insert từng bản ghi</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2319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1834 ms</a:t>
                      </a:r>
                    </a:p>
                  </a:txBody>
                  <a:tcPr anchor="ctr">
                    <a:solidFill>
                      <a:schemeClr val="tx1"/>
                    </a:solidFill>
                  </a:tcPr>
                </a:tc>
                <a:tc>
                  <a:txBody>
                    <a:bodyPr/>
                    <a:lstStyle/>
                    <a:p>
                      <a:pPr>
                        <a:buNone/>
                      </a:pPr>
                      <a:r>
                        <a:rPr lang="vi-VN" sz="2000" dirty="0">
                          <a:latin typeface="Cambria" panose="02040503050406030204" pitchFamily="18" charset="0"/>
                          <a:ea typeface="Cambria" panose="02040503050406030204" pitchFamily="18" charset="0"/>
                        </a:rPr>
                        <a:t>SQLite nhanh hơn do Drift có lớp ORM mapping.</a:t>
                      </a:r>
                    </a:p>
                  </a:txBody>
                  <a:tcPr anchor="ctr">
                    <a:solidFill>
                      <a:schemeClr val="tx1"/>
                    </a:solidFill>
                  </a:tcPr>
                </a:tc>
                <a:extLst>
                  <a:ext uri="{0D108BD9-81ED-4DB2-BD59-A6C34878D82A}">
                    <a16:rowId xmlns:a16="http://schemas.microsoft.com/office/drawing/2014/main" val="1578924350"/>
                  </a:ext>
                </a:extLst>
              </a:tr>
              <a:tr h="640080">
                <a:tc>
                  <a:txBody>
                    <a:bodyPr/>
                    <a:lstStyle/>
                    <a:p>
                      <a:pPr>
                        <a:buNone/>
                      </a:pPr>
                      <a:r>
                        <a:rPr lang="en-US" sz="2000">
                          <a:latin typeface="Cambria" panose="02040503050406030204" pitchFamily="18" charset="0"/>
                          <a:ea typeface="Cambria" panose="02040503050406030204" pitchFamily="18" charset="0"/>
                        </a:rPr>
                        <a:t>Delete từng bản ghi</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1995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1727 ms</a:t>
                      </a:r>
                    </a:p>
                  </a:txBody>
                  <a:tcPr anchor="ctr">
                    <a:solidFill>
                      <a:schemeClr val="tx1"/>
                    </a:solidFill>
                  </a:tcPr>
                </a:tc>
                <a:tc>
                  <a:txBody>
                    <a:bodyPr/>
                    <a:lstStyle/>
                    <a:p>
                      <a:pPr>
                        <a:buNone/>
                      </a:pPr>
                      <a:r>
                        <a:rPr lang="vi-VN" sz="2000" dirty="0">
                          <a:latin typeface="Cambria" panose="02040503050406030204" pitchFamily="18" charset="0"/>
                          <a:ea typeface="Cambria" panose="02040503050406030204" pitchFamily="18" charset="0"/>
                        </a:rPr>
                        <a:t>SQLite nhanh hơn nhẹ vì gọi trực tiếp SQL.</a:t>
                      </a:r>
                    </a:p>
                  </a:txBody>
                  <a:tcPr anchor="ctr">
                    <a:solidFill>
                      <a:schemeClr val="tx1"/>
                    </a:solidFill>
                  </a:tcPr>
                </a:tc>
                <a:extLst>
                  <a:ext uri="{0D108BD9-81ED-4DB2-BD59-A6C34878D82A}">
                    <a16:rowId xmlns:a16="http://schemas.microsoft.com/office/drawing/2014/main" val="2623116204"/>
                  </a:ext>
                </a:extLst>
              </a:tr>
              <a:tr h="365760">
                <a:tc>
                  <a:txBody>
                    <a:bodyPr/>
                    <a:lstStyle/>
                    <a:p>
                      <a:pPr>
                        <a:buNone/>
                      </a:pPr>
                      <a:r>
                        <a:rPr lang="en-US" sz="2000">
                          <a:latin typeface="Cambria" panose="02040503050406030204" pitchFamily="18" charset="0"/>
                          <a:ea typeface="Cambria" panose="02040503050406030204" pitchFamily="18" charset="0"/>
                        </a:rPr>
                        <a:t>Insert batch</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22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60 ms</a:t>
                      </a:r>
                    </a:p>
                  </a:txBody>
                  <a:tcPr anchor="ctr">
                    <a:solidFill>
                      <a:schemeClr val="tx1"/>
                    </a:solidFill>
                  </a:tcPr>
                </a:tc>
                <a:tc>
                  <a:txBody>
                    <a:bodyPr/>
                    <a:lstStyle/>
                    <a:p>
                      <a:pPr>
                        <a:buNone/>
                      </a:pPr>
                      <a:r>
                        <a:rPr lang="vi-VN" sz="2000" b="0" dirty="0">
                          <a:latin typeface="Cambria" panose="02040503050406030204" pitchFamily="18" charset="0"/>
                          <a:ea typeface="Cambria" panose="02040503050406030204" pitchFamily="18" charset="0"/>
                        </a:rPr>
                        <a:t>Drift vượt trội ở batch do tối ưu</a:t>
                      </a:r>
                      <a:r>
                        <a:rPr lang="en-US" sz="2000" b="0" dirty="0">
                          <a:latin typeface="Cambria" panose="02040503050406030204" pitchFamily="18" charset="0"/>
                          <a:ea typeface="Cambria" panose="02040503050406030204" pitchFamily="18" charset="0"/>
                        </a:rPr>
                        <a:t>.</a:t>
                      </a:r>
                      <a:endParaRPr lang="vi-VN" sz="2000" b="0" dirty="0">
                        <a:latin typeface="Cambria" panose="02040503050406030204" pitchFamily="18" charset="0"/>
                        <a:ea typeface="Cambria" panose="02040503050406030204" pitchFamily="18" charset="0"/>
                      </a:endParaRPr>
                    </a:p>
                  </a:txBody>
                  <a:tcPr anchor="ctr">
                    <a:solidFill>
                      <a:schemeClr val="tx1"/>
                    </a:solidFill>
                  </a:tcPr>
                </a:tc>
                <a:extLst>
                  <a:ext uri="{0D108BD9-81ED-4DB2-BD59-A6C34878D82A}">
                    <a16:rowId xmlns:a16="http://schemas.microsoft.com/office/drawing/2014/main" val="2981579978"/>
                  </a:ext>
                </a:extLst>
              </a:tr>
            </a:tbl>
          </a:graphicData>
        </a:graphic>
      </p:graphicFrame>
      <p:sp>
        <p:nvSpPr>
          <p:cNvPr id="15" name="TextBox 14">
            <a:extLst>
              <a:ext uri="{FF2B5EF4-FFF2-40B4-BE49-F238E27FC236}">
                <a16:creationId xmlns:a16="http://schemas.microsoft.com/office/drawing/2014/main" id="{223BC9A0-0CBC-7FE2-52E8-BD90121581E0}"/>
              </a:ext>
            </a:extLst>
          </p:cNvPr>
          <p:cNvSpPr txBox="1"/>
          <p:nvPr/>
        </p:nvSpPr>
        <p:spPr>
          <a:xfrm>
            <a:off x="515799" y="1020504"/>
            <a:ext cx="3204322" cy="400110"/>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Kết luận</a:t>
            </a: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5948505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CB86-DF51-2AB1-0791-6114760866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47E42B2-761C-766D-84B3-4ADC85F87B5F}"/>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781385F-A8C8-C39E-7290-D8E7EEFB17FE}"/>
              </a:ext>
            </a:extLst>
          </p:cNvPr>
          <p:cNvSpPr txBox="1">
            <a:spLocks/>
          </p:cNvSpPr>
          <p:nvPr/>
        </p:nvSpPr>
        <p:spPr>
          <a:xfrm>
            <a:off x="11204200"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52</a:t>
            </a:r>
          </a:p>
        </p:txBody>
      </p:sp>
      <p:pic>
        <p:nvPicPr>
          <p:cNvPr id="9" name="Picture 4" descr="Tải mẫu logo trường đại học Bách Khoa Đà Nẵng (DUT) file ...">
            <a:extLst>
              <a:ext uri="{FF2B5EF4-FFF2-40B4-BE49-F238E27FC236}">
                <a16:creationId xmlns:a16="http://schemas.microsoft.com/office/drawing/2014/main" id="{AE40DCC3-B7AA-45C5-FEF0-609B16BD4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76B34E-5E74-E035-9E0E-D5E8127D619B}"/>
              </a:ext>
            </a:extLst>
          </p:cNvPr>
          <p:cNvSpPr txBox="1"/>
          <p:nvPr/>
        </p:nvSpPr>
        <p:spPr>
          <a:xfrm>
            <a:off x="638629" y="963186"/>
            <a:ext cx="9717540" cy="8617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Tài liệu tham khảo:</a:t>
            </a:r>
          </a:p>
          <a:p>
            <a:endParaRPr lang="en-US" sz="2000" b="1">
              <a:solidFill>
                <a:schemeClr val="bg1"/>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BF2906AD-F0FC-C073-DA19-ECD7F16B2997}"/>
              </a:ext>
            </a:extLst>
          </p:cNvPr>
          <p:cNvSpPr txBox="1"/>
          <p:nvPr/>
        </p:nvSpPr>
        <p:spPr>
          <a:xfrm>
            <a:off x="2309883" y="1679125"/>
            <a:ext cx="9044446" cy="5632311"/>
          </a:xfrm>
          <a:prstGeom prst="rect">
            <a:avLst/>
          </a:prstGeom>
          <a:noFill/>
        </p:spPr>
        <p:txBody>
          <a:bodyPr wrap="square">
            <a:spAutoFit/>
          </a:bodyPr>
          <a:lstStyle/>
          <a:p>
            <a:r>
              <a:rPr lang="en-US" sz="2000">
                <a:solidFill>
                  <a:srgbClr val="0070C0"/>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https://docs.flutter.dev/cookbook/persistence/sqlite</a:t>
            </a:r>
            <a:endParaRPr lang="en-US" sz="2000">
              <a:solidFill>
                <a:srgbClr val="0070C0"/>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5"/>
              </a:rPr>
              <a:t>https://drift.simonbinder.eu/dart_api/select/#joins</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6"/>
              </a:rPr>
              <a:t>https://api.dart.dev/dart-core/String/contains.html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7"/>
              </a:rPr>
              <a:t>https://drift.simonbinder.eu/setup/</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8"/>
              </a:rPr>
              <a:t>https://docs.flutter.dev/app-architecture/design-patterns/sql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9"/>
              </a:rPr>
              <a:t>https://www.sqlite.org/lang_createtable.html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0"/>
              </a:rPr>
              <a:t>https://www.sqlite.org/foreignkeys.html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1"/>
              </a:rPr>
              <a:t>https://api.flutter.dev/flutter/widgets/</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2"/>
              </a:rPr>
              <a:t>https://api.dart.dev/dart-core/String-class.html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3"/>
              </a:rPr>
              <a:t>https://pub.dev/packages/path_provider</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4"/>
              </a:rPr>
              <a:t>https://dart.dev/effective-dart/style#do-name-types-using- uppercamelcase</a:t>
            </a:r>
            <a:endParaRPr lang="en-US" sz="2000">
              <a:solidFill>
                <a:schemeClr val="bg1"/>
              </a:solidFill>
              <a:latin typeface="Cambria" panose="02040503050406030204" pitchFamily="18" charset="0"/>
              <a:ea typeface="Cambria" panose="02040503050406030204" pitchFamily="18" charset="0"/>
            </a:endParaRPr>
          </a:p>
          <a:p>
            <a:r>
              <a:rPr lang="en-US" sz="2000">
                <a:solidFill>
                  <a:srgbClr val="0070C0"/>
                </a:solidFill>
                <a:latin typeface="Cambria" panose="02040503050406030204" pitchFamily="18" charset="0"/>
                <a:ea typeface="Cambria" panose="02040503050406030204" pitchFamily="18" charset="0"/>
              </a:rPr>
              <a:t>TS. Nguyễn Duy Nhật Viễn – Slide bài giảng</a:t>
            </a: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859BD03F-08FD-D62E-2D5D-C8FFEC231BB1}"/>
              </a:ext>
            </a:extLst>
          </p:cNvPr>
          <p:cNvSpPr txBox="1"/>
          <p:nvPr/>
        </p:nvSpPr>
        <p:spPr>
          <a:xfrm>
            <a:off x="1794085" y="1679125"/>
            <a:ext cx="658503" cy="3785652"/>
          </a:xfrm>
          <a:prstGeom prst="rect">
            <a:avLst/>
          </a:prstGeom>
          <a:noFill/>
        </p:spPr>
        <p:txBody>
          <a:bodyPr wrap="square" rtlCol="0">
            <a:spAutoFit/>
          </a:bodyPr>
          <a:lstStyle/>
          <a:p>
            <a:r>
              <a:rPr lang="en-US" sz="2000">
                <a:solidFill>
                  <a:srgbClr val="0070C0"/>
                </a:solidFill>
                <a:latin typeface="Cambria" panose="02040503050406030204" pitchFamily="18" charset="0"/>
                <a:ea typeface="Cambria" panose="02040503050406030204" pitchFamily="18" charset="0"/>
              </a:rPr>
              <a:t>[1]</a:t>
            </a:r>
          </a:p>
          <a:p>
            <a:r>
              <a:rPr lang="en-US" sz="2000">
                <a:solidFill>
                  <a:srgbClr val="0070C0"/>
                </a:solidFill>
                <a:latin typeface="Cambria" panose="02040503050406030204" pitchFamily="18" charset="0"/>
                <a:ea typeface="Cambria" panose="02040503050406030204" pitchFamily="18" charset="0"/>
              </a:rPr>
              <a:t>[2]</a:t>
            </a:r>
          </a:p>
          <a:p>
            <a:r>
              <a:rPr lang="en-US" sz="2000">
                <a:solidFill>
                  <a:srgbClr val="0070C0"/>
                </a:solidFill>
                <a:latin typeface="Cambria" panose="02040503050406030204" pitchFamily="18" charset="0"/>
                <a:ea typeface="Cambria" panose="02040503050406030204" pitchFamily="18" charset="0"/>
              </a:rPr>
              <a:t>[3]</a:t>
            </a:r>
          </a:p>
          <a:p>
            <a:r>
              <a:rPr lang="en-US" sz="2000">
                <a:solidFill>
                  <a:srgbClr val="0070C0"/>
                </a:solidFill>
                <a:latin typeface="Cambria" panose="02040503050406030204" pitchFamily="18" charset="0"/>
                <a:ea typeface="Cambria" panose="02040503050406030204" pitchFamily="18" charset="0"/>
              </a:rPr>
              <a:t>[4]</a:t>
            </a:r>
          </a:p>
          <a:p>
            <a:r>
              <a:rPr lang="en-US" sz="2000">
                <a:solidFill>
                  <a:srgbClr val="0070C0"/>
                </a:solidFill>
                <a:latin typeface="Cambria" panose="02040503050406030204" pitchFamily="18" charset="0"/>
                <a:ea typeface="Cambria" panose="02040503050406030204" pitchFamily="18" charset="0"/>
              </a:rPr>
              <a:t>[5]</a:t>
            </a:r>
          </a:p>
          <a:p>
            <a:r>
              <a:rPr lang="en-US" sz="2000">
                <a:solidFill>
                  <a:srgbClr val="0070C0"/>
                </a:solidFill>
                <a:latin typeface="Cambria" panose="02040503050406030204" pitchFamily="18" charset="0"/>
                <a:ea typeface="Cambria" panose="02040503050406030204" pitchFamily="18" charset="0"/>
              </a:rPr>
              <a:t>[6]</a:t>
            </a:r>
          </a:p>
          <a:p>
            <a:r>
              <a:rPr lang="en-US" sz="2000">
                <a:solidFill>
                  <a:srgbClr val="0070C0"/>
                </a:solidFill>
                <a:latin typeface="Cambria" panose="02040503050406030204" pitchFamily="18" charset="0"/>
                <a:ea typeface="Cambria" panose="02040503050406030204" pitchFamily="18" charset="0"/>
              </a:rPr>
              <a:t>[7]</a:t>
            </a:r>
          </a:p>
          <a:p>
            <a:r>
              <a:rPr lang="en-US" sz="2000">
                <a:solidFill>
                  <a:srgbClr val="0070C0"/>
                </a:solidFill>
                <a:latin typeface="Cambria" panose="02040503050406030204" pitchFamily="18" charset="0"/>
                <a:ea typeface="Cambria" panose="02040503050406030204" pitchFamily="18" charset="0"/>
              </a:rPr>
              <a:t>[8]</a:t>
            </a:r>
          </a:p>
          <a:p>
            <a:r>
              <a:rPr lang="en-US" sz="2000">
                <a:solidFill>
                  <a:srgbClr val="0070C0"/>
                </a:solidFill>
                <a:latin typeface="Cambria" panose="02040503050406030204" pitchFamily="18" charset="0"/>
                <a:ea typeface="Cambria" panose="02040503050406030204" pitchFamily="18" charset="0"/>
              </a:rPr>
              <a:t>[9]</a:t>
            </a:r>
          </a:p>
          <a:p>
            <a:r>
              <a:rPr lang="en-US" sz="2000">
                <a:solidFill>
                  <a:srgbClr val="0070C0"/>
                </a:solidFill>
                <a:latin typeface="Cambria" panose="02040503050406030204" pitchFamily="18" charset="0"/>
                <a:ea typeface="Cambria" panose="02040503050406030204" pitchFamily="18" charset="0"/>
              </a:rPr>
              <a:t>[10]</a:t>
            </a:r>
          </a:p>
          <a:p>
            <a:r>
              <a:rPr lang="en-US" sz="2000">
                <a:solidFill>
                  <a:srgbClr val="0070C0"/>
                </a:solidFill>
                <a:latin typeface="Cambria" panose="02040503050406030204" pitchFamily="18" charset="0"/>
                <a:ea typeface="Cambria" panose="02040503050406030204" pitchFamily="18" charset="0"/>
              </a:rPr>
              <a:t>[11]</a:t>
            </a:r>
          </a:p>
          <a:p>
            <a:r>
              <a:rPr lang="en-US" sz="2000">
                <a:solidFill>
                  <a:srgbClr val="0070C0"/>
                </a:solidFill>
                <a:latin typeface="Cambria" panose="02040503050406030204" pitchFamily="18" charset="0"/>
                <a:ea typeface="Cambria" panose="02040503050406030204" pitchFamily="18" charset="0"/>
              </a:rPr>
              <a:t>[12]</a:t>
            </a:r>
          </a:p>
        </p:txBody>
      </p:sp>
    </p:spTree>
    <p:extLst>
      <p:ext uri="{BB962C8B-B14F-4D97-AF65-F5344CB8AC3E}">
        <p14:creationId xmlns:p14="http://schemas.microsoft.com/office/powerpoint/2010/main" val="1882684021"/>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E610-D633-74E4-4AEA-E94B4A8B007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BF58750-74C9-84DF-155A-BF4F84F9C2C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E8DB5D1-5CB0-F8BC-E165-FCF564AD966D}"/>
              </a:ext>
            </a:extLst>
          </p:cNvPr>
          <p:cNvSpPr txBox="1">
            <a:spLocks/>
          </p:cNvSpPr>
          <p:nvPr/>
        </p:nvSpPr>
        <p:spPr>
          <a:xfrm>
            <a:off x="11245144"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53</a:t>
            </a:r>
          </a:p>
        </p:txBody>
      </p:sp>
      <p:pic>
        <p:nvPicPr>
          <p:cNvPr id="9" name="Picture 4" descr="Tải mẫu logo trường đại học Bách Khoa Đà Nẵng (DUT) file ...">
            <a:extLst>
              <a:ext uri="{FF2B5EF4-FFF2-40B4-BE49-F238E27FC236}">
                <a16:creationId xmlns:a16="http://schemas.microsoft.com/office/drawing/2014/main" id="{41963719-82F8-7F49-02A1-6634EC7A4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6254160-DB8D-3015-B398-619A3F4BD72C}"/>
              </a:ext>
            </a:extLst>
          </p:cNvPr>
          <p:cNvSpPr txBox="1"/>
          <p:nvPr/>
        </p:nvSpPr>
        <p:spPr>
          <a:xfrm>
            <a:off x="638629" y="963186"/>
            <a:ext cx="9717540" cy="8617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Phân công công việc:</a:t>
            </a:r>
          </a:p>
          <a:p>
            <a:endParaRPr lang="en-US" sz="2000" b="1">
              <a:solidFill>
                <a:schemeClr val="bg1"/>
              </a:solidFill>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FC4225C7-4A85-B520-61CF-67D0AD3DFEA0}"/>
              </a:ext>
            </a:extLst>
          </p:cNvPr>
          <p:cNvGraphicFramePr>
            <a:graphicFrameLocks noGrp="1"/>
          </p:cNvGraphicFramePr>
          <p:nvPr>
            <p:extLst>
              <p:ext uri="{D42A27DB-BD31-4B8C-83A1-F6EECF244321}">
                <p14:modId xmlns:p14="http://schemas.microsoft.com/office/powerpoint/2010/main" val="3026564341"/>
              </p:ext>
            </p:extLst>
          </p:nvPr>
        </p:nvGraphicFramePr>
        <p:xfrm>
          <a:off x="787326" y="1824960"/>
          <a:ext cx="10353480" cy="2407920"/>
        </p:xfrm>
        <a:graphic>
          <a:graphicData uri="http://schemas.openxmlformats.org/drawingml/2006/table">
            <a:tbl>
              <a:tblPr firstRow="1" bandRow="1"/>
              <a:tblGrid>
                <a:gridCol w="3451160">
                  <a:extLst>
                    <a:ext uri="{9D8B030D-6E8A-4147-A177-3AD203B41FA5}">
                      <a16:colId xmlns:a16="http://schemas.microsoft.com/office/drawing/2014/main" val="4088609260"/>
                    </a:ext>
                  </a:extLst>
                </a:gridCol>
                <a:gridCol w="3772750">
                  <a:extLst>
                    <a:ext uri="{9D8B030D-6E8A-4147-A177-3AD203B41FA5}">
                      <a16:colId xmlns:a16="http://schemas.microsoft.com/office/drawing/2014/main" val="712046500"/>
                    </a:ext>
                  </a:extLst>
                </a:gridCol>
                <a:gridCol w="3129570">
                  <a:extLst>
                    <a:ext uri="{9D8B030D-6E8A-4147-A177-3AD203B41FA5}">
                      <a16:colId xmlns:a16="http://schemas.microsoft.com/office/drawing/2014/main" val="400615402"/>
                    </a:ext>
                  </a:extLst>
                </a:gridCol>
              </a:tblGrid>
              <a:tr h="370840">
                <a:tc>
                  <a:txBody>
                    <a:bodyPr/>
                    <a:lstStyle/>
                    <a:p>
                      <a:r>
                        <a:rPr lang="en-US" sz="2000">
                          <a:solidFill>
                            <a:schemeClr val="bg1"/>
                          </a:solidFill>
                          <a:latin typeface="Cambria" panose="02040503050406030204" pitchFamily="18" charset="0"/>
                          <a:ea typeface="Cambria" panose="02040503050406030204" pitchFamily="18" charset="0"/>
                        </a:rPr>
                        <a:t>Họ và tên</a:t>
                      </a:r>
                    </a:p>
                  </a:txBody>
                  <a:tcPr/>
                </a:tc>
                <a:tc>
                  <a:txBody>
                    <a:bodyPr/>
                    <a:lstStyle/>
                    <a:p>
                      <a:r>
                        <a:rPr lang="en-US" sz="2000">
                          <a:solidFill>
                            <a:schemeClr val="bg1"/>
                          </a:solidFill>
                          <a:latin typeface="Cambria" panose="02040503050406030204" pitchFamily="18" charset="0"/>
                          <a:ea typeface="Cambria" panose="02040503050406030204" pitchFamily="18" charset="0"/>
                        </a:rPr>
                        <a:t>Nhiệm vụ</a:t>
                      </a:r>
                    </a:p>
                  </a:txBody>
                  <a:tcPr/>
                </a:tc>
                <a:tc>
                  <a:txBody>
                    <a:bodyPr/>
                    <a:lstStyle/>
                    <a:p>
                      <a:r>
                        <a:rPr lang="en-US" sz="2000">
                          <a:solidFill>
                            <a:schemeClr val="bg1"/>
                          </a:solidFill>
                          <a:latin typeface="Cambria" panose="02040503050406030204" pitchFamily="18" charset="0"/>
                          <a:ea typeface="Cambria" panose="02040503050406030204" pitchFamily="18" charset="0"/>
                        </a:rPr>
                        <a:t>Khối lượng</a:t>
                      </a:r>
                    </a:p>
                  </a:txBody>
                  <a:tcPr/>
                </a:tc>
                <a:extLst>
                  <a:ext uri="{0D108BD9-81ED-4DB2-BD59-A6C34878D82A}">
                    <a16:rowId xmlns:a16="http://schemas.microsoft.com/office/drawing/2014/main" val="3154929555"/>
                  </a:ext>
                </a:extLst>
              </a:tr>
              <a:tr h="370840">
                <a:tc>
                  <a:txBody>
                    <a:bodyPr/>
                    <a:lstStyle/>
                    <a:p>
                      <a:r>
                        <a:rPr lang="en-US" sz="2000">
                          <a:solidFill>
                            <a:schemeClr val="bg1"/>
                          </a:solidFill>
                          <a:latin typeface="Cambria" panose="02040503050406030204" pitchFamily="18" charset="0"/>
                          <a:ea typeface="Cambria" panose="02040503050406030204" pitchFamily="18" charset="0"/>
                        </a:rPr>
                        <a:t>Lưu Văn Thành Huy</a:t>
                      </a:r>
                    </a:p>
                  </a:txBody>
                  <a:tcPr/>
                </a:tc>
                <a:tc>
                  <a:txBody>
                    <a:bodyPr/>
                    <a:lstStyle/>
                    <a:p>
                      <a:r>
                        <a:rPr lang="en-US" sz="2000">
                          <a:solidFill>
                            <a:schemeClr val="bg1"/>
                          </a:solidFill>
                          <a:latin typeface="Cambria" panose="02040503050406030204" pitchFamily="18" charset="0"/>
                          <a:ea typeface="Cambria" panose="02040503050406030204" pitchFamily="18" charset="0"/>
                        </a:rPr>
                        <a:t>Tìm hiểu về SQLite, các truy vấn phức tạp, relationships với SQLite và Performance testing</a:t>
                      </a:r>
                    </a:p>
                  </a:txBody>
                  <a:tcPr/>
                </a:tc>
                <a:tc>
                  <a:txBody>
                    <a:bodyPr/>
                    <a:lstStyle/>
                    <a:p>
                      <a:r>
                        <a:rPr lang="en-US" sz="2000">
                          <a:solidFill>
                            <a:schemeClr val="bg1"/>
                          </a:solidFill>
                          <a:latin typeface="Cambria" panose="02040503050406030204" pitchFamily="18" charset="0"/>
                          <a:ea typeface="Cambria" panose="02040503050406030204" pitchFamily="18" charset="0"/>
                        </a:rPr>
                        <a:t>50%</a:t>
                      </a:r>
                    </a:p>
                  </a:txBody>
                  <a:tcPr/>
                </a:tc>
                <a:extLst>
                  <a:ext uri="{0D108BD9-81ED-4DB2-BD59-A6C34878D82A}">
                    <a16:rowId xmlns:a16="http://schemas.microsoft.com/office/drawing/2014/main" val="3680798931"/>
                  </a:ext>
                </a:extLst>
              </a:tr>
              <a:tr h="370840">
                <a:tc>
                  <a:txBody>
                    <a:bodyPr/>
                    <a:lstStyle/>
                    <a:p>
                      <a:r>
                        <a:rPr lang="en-US" sz="2000">
                          <a:solidFill>
                            <a:schemeClr val="bg1"/>
                          </a:solidFill>
                          <a:latin typeface="Cambria" panose="02040503050406030204" pitchFamily="18" charset="0"/>
                          <a:ea typeface="Cambria" panose="02040503050406030204" pitchFamily="18" charset="0"/>
                        </a:rPr>
                        <a:t>Lê Thanh Bản</a:t>
                      </a:r>
                    </a:p>
                  </a:txBody>
                  <a:tcPr/>
                </a:tc>
                <a:tc>
                  <a:txBody>
                    <a:bodyPr/>
                    <a:lstStyle/>
                    <a:p>
                      <a:r>
                        <a:rPr lang="en-US" sz="2000">
                          <a:solidFill>
                            <a:schemeClr val="bg1"/>
                          </a:solidFill>
                          <a:latin typeface="Cambria" panose="02040503050406030204" pitchFamily="18" charset="0"/>
                          <a:ea typeface="Cambria" panose="02040503050406030204" pitchFamily="18" charset="0"/>
                        </a:rPr>
                        <a:t>Tìm hiểu về Drift, các truy vấn phức tạp, relationships với Drift và optimization</a:t>
                      </a:r>
                    </a:p>
                  </a:txBody>
                  <a:tcPr/>
                </a:tc>
                <a:tc>
                  <a:txBody>
                    <a:bodyPr/>
                    <a:lstStyle/>
                    <a:p>
                      <a:r>
                        <a:rPr lang="en-US" sz="2000">
                          <a:solidFill>
                            <a:schemeClr val="bg1"/>
                          </a:solidFill>
                          <a:latin typeface="Cambria" panose="02040503050406030204" pitchFamily="18" charset="0"/>
                          <a:ea typeface="Cambria" panose="02040503050406030204" pitchFamily="18" charset="0"/>
                        </a:rPr>
                        <a:t>50%</a:t>
                      </a:r>
                    </a:p>
                  </a:txBody>
                  <a:tcPr/>
                </a:tc>
                <a:extLst>
                  <a:ext uri="{0D108BD9-81ED-4DB2-BD59-A6C34878D82A}">
                    <a16:rowId xmlns:a16="http://schemas.microsoft.com/office/drawing/2014/main" val="3893230849"/>
                  </a:ext>
                </a:extLst>
              </a:tr>
            </a:tbl>
          </a:graphicData>
        </a:graphic>
      </p:graphicFrame>
    </p:spTree>
    <p:extLst>
      <p:ext uri="{BB962C8B-B14F-4D97-AF65-F5344CB8AC3E}">
        <p14:creationId xmlns:p14="http://schemas.microsoft.com/office/powerpoint/2010/main" val="3864682871"/>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1AEB0-05FC-1B56-4FE3-252539D8EB6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19B054D-54D9-28BF-1A2C-21C8E3A0595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7F08E5D6-CA6A-B1F5-8E9F-592AA1981EE8}"/>
              </a:ext>
            </a:extLst>
          </p:cNvPr>
          <p:cNvSpPr txBox="1"/>
          <p:nvPr/>
        </p:nvSpPr>
        <p:spPr>
          <a:xfrm>
            <a:off x="3004456" y="2638753"/>
            <a:ext cx="6168572" cy="1446550"/>
          </a:xfrm>
          <a:prstGeom prst="rect">
            <a:avLst/>
          </a:prstGeom>
          <a:noFill/>
        </p:spPr>
        <p:txBody>
          <a:bodyPr wrap="square" rtlCol="0">
            <a:spAutoFit/>
          </a:bodyPr>
          <a:lstStyle/>
          <a:p>
            <a:pPr algn="ctr"/>
            <a:r>
              <a:rPr lang="en-US" sz="4400" b="1">
                <a:solidFill>
                  <a:schemeClr val="bg1"/>
                </a:solidFill>
                <a:latin typeface="Cambria" panose="02040503050406030204" pitchFamily="18" charset="0"/>
                <a:ea typeface="Cambria" panose="02040503050406030204" pitchFamily="18" charset="0"/>
              </a:rPr>
              <a:t>Cảm ơn thầy cùng các bạn đã lắng nghe !</a:t>
            </a:r>
          </a:p>
        </p:txBody>
      </p:sp>
      <p:sp>
        <p:nvSpPr>
          <p:cNvPr id="4" name="Rectangle 3">
            <a:extLst>
              <a:ext uri="{FF2B5EF4-FFF2-40B4-BE49-F238E27FC236}">
                <a16:creationId xmlns:a16="http://schemas.microsoft.com/office/drawing/2014/main" id="{B54BACDC-915A-6754-422A-C06F3787D515}"/>
              </a:ext>
            </a:extLst>
          </p:cNvPr>
          <p:cNvSpPr/>
          <p:nvPr/>
        </p:nvSpPr>
        <p:spPr>
          <a:xfrm>
            <a:off x="3130062" y="2321169"/>
            <a:ext cx="6042966" cy="2215662"/>
          </a:xfrm>
          <a:prstGeom prst="rect">
            <a:avLst/>
          </a:prstGeom>
          <a:noFill/>
          <a:ln w="38100"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197131BC-D6D6-0707-1B11-F4452FCA7E41}"/>
              </a:ext>
            </a:extLst>
          </p:cNvPr>
          <p:cNvSpPr txBox="1">
            <a:spLocks/>
          </p:cNvSpPr>
          <p:nvPr/>
        </p:nvSpPr>
        <p:spPr>
          <a:xfrm>
            <a:off x="11204200"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54</a:t>
            </a:r>
          </a:p>
        </p:txBody>
      </p:sp>
    </p:spTree>
    <p:extLst>
      <p:ext uri="{BB962C8B-B14F-4D97-AF65-F5344CB8AC3E}">
        <p14:creationId xmlns:p14="http://schemas.microsoft.com/office/powerpoint/2010/main" val="1399081211"/>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7ded781-2f94-4d69-8848-7c5557f2fdc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BC42CFF30DAD49AD9447EB755AC427" ma:contentTypeVersion="5" ma:contentTypeDescription="Create a new document." ma:contentTypeScope="" ma:versionID="21b79db815ffa5220659b976ec10bf65">
  <xsd:schema xmlns:xsd="http://www.w3.org/2001/XMLSchema" xmlns:xs="http://www.w3.org/2001/XMLSchema" xmlns:p="http://schemas.microsoft.com/office/2006/metadata/properties" xmlns:ns3="87ded781-2f94-4d69-8848-7c5557f2fdca" targetNamespace="http://schemas.microsoft.com/office/2006/metadata/properties" ma:root="true" ma:fieldsID="3de7ec367e1d1855adcfb4822c55796b" ns3:_="">
    <xsd:import namespace="87ded781-2f94-4d69-8848-7c5557f2fdc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ed781-2f94-4d69-8848-7c5557f2f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872E24-E975-488F-ABD8-BF1D3ECDDD3F}">
  <ds:schemaRefs>
    <ds:schemaRef ds:uri="http://schemas.microsoft.com/sharepoint/v3/contenttype/forms"/>
  </ds:schemaRefs>
</ds:datastoreItem>
</file>

<file path=customXml/itemProps2.xml><?xml version="1.0" encoding="utf-8"?>
<ds:datastoreItem xmlns:ds="http://schemas.openxmlformats.org/officeDocument/2006/customXml" ds:itemID="{B6C9A345-86F4-4337-9954-491FDB3307E7}">
  <ds:schemaRefs>
    <ds:schemaRef ds:uri="http://schemas.microsoft.com/office/2006/documentManagement/types"/>
    <ds:schemaRef ds:uri="http://www.w3.org/XML/1998/namespace"/>
    <ds:schemaRef ds:uri="http://purl.org/dc/elements/1.1/"/>
    <ds:schemaRef ds:uri="http://schemas.microsoft.com/office/infopath/2007/PartnerControls"/>
    <ds:schemaRef ds:uri="http://purl.org/dc/terms/"/>
    <ds:schemaRef ds:uri="87ded781-2f94-4d69-8848-7c5557f2fdca"/>
    <ds:schemaRef ds:uri="http://schemas.microsoft.com/office/2006/metadata/propertie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0659FB29-8DFB-4971-B0DF-CD856EA68F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ded781-2f94-4d69-8848-7c5557f2fd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2946</TotalTime>
  <Words>2959</Words>
  <Application>Microsoft Office PowerPoint</Application>
  <PresentationFormat>Widescreen</PresentationFormat>
  <Paragraphs>443</Paragraphs>
  <Slides>54</Slides>
  <Notes>52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54</vt:i4>
      </vt:variant>
    </vt:vector>
  </HeadingPairs>
  <TitlesOfParts>
    <vt:vector size="64" baseType="lpstr">
      <vt:lpstr>Aptos</vt:lpstr>
      <vt:lpstr>Aptos Display</vt:lpstr>
      <vt:lpstr>Arial</vt:lpstr>
      <vt:lpstr>Calibri</vt:lpstr>
      <vt:lpstr>Cambria</vt:lpstr>
      <vt:lpstr>Gill Sans MT</vt:lpstr>
      <vt:lpstr>Walbaum Display</vt:lpstr>
      <vt:lpstr>Wingdings</vt:lpstr>
      <vt:lpstr>Office Theme</vt:lpstr>
      <vt:lpstr>3DFloatVTI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Lê Thanh Căn</dc:creator>
  <cp:lastModifiedBy>Lê Thanh Bản</cp:lastModifiedBy>
  <cp:revision>53</cp:revision>
  <dcterms:created xsi:type="dcterms:W3CDTF">2025-10-17T10:17:54Z</dcterms:created>
  <dcterms:modified xsi:type="dcterms:W3CDTF">2025-10-27T15:22:11Z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0x01010043BC42CFF30DAD49AD9447EB755AC427</vt:lpwstr>
  </property>
</Properties>
</file>